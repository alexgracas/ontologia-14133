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63" r:id="rId2"/>
    <p:sldId id="266" r:id="rId3"/>
  </p:sldIdLst>
  <p:sldSz cx="32404050" cy="43205400"/>
  <p:notesSz cx="6858000" cy="9144000"/>
  <p:defaultTextStyle>
    <a:defPPr>
      <a:defRPr lang="pt-BR"/>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3608">
          <p15:clr>
            <a:srgbClr val="A4A3A4"/>
          </p15:clr>
        </p15:guide>
        <p15:guide id="2" pos="1020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0000FF"/>
    <a:srgbClr val="FFFFFF"/>
    <a:srgbClr val="0033CC"/>
    <a:srgbClr val="0066FF"/>
    <a:srgbClr val="0099FF"/>
    <a:srgbClr val="33CCFF"/>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682"/>
    <p:restoredTop sz="98561"/>
  </p:normalViewPr>
  <p:slideViewPr>
    <p:cSldViewPr>
      <p:cViewPr>
        <p:scale>
          <a:sx n="84" d="100"/>
          <a:sy n="84" d="100"/>
        </p:scale>
        <p:origin x="144" y="144"/>
      </p:cViewPr>
      <p:guideLst>
        <p:guide orient="horz" pos="13608"/>
        <p:guide pos="10206"/>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8C94598-0652-724D-6286-651637408106}"/>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a:defRPr/>
            </a:pPr>
            <a:endParaRPr lang="pt-BR"/>
          </a:p>
        </p:txBody>
      </p:sp>
      <p:sp>
        <p:nvSpPr>
          <p:cNvPr id="3075" name="Rectangle 3">
            <a:extLst>
              <a:ext uri="{FF2B5EF4-FFF2-40B4-BE49-F238E27FC236}">
                <a16:creationId xmlns:a16="http://schemas.microsoft.com/office/drawing/2014/main" id="{2AD3C6C2-CB01-8D58-6E09-89F161609C2D}"/>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pt-BR"/>
          </a:p>
        </p:txBody>
      </p:sp>
      <p:sp>
        <p:nvSpPr>
          <p:cNvPr id="3076" name="Rectangle 4">
            <a:extLst>
              <a:ext uri="{FF2B5EF4-FFF2-40B4-BE49-F238E27FC236}">
                <a16:creationId xmlns:a16="http://schemas.microsoft.com/office/drawing/2014/main" id="{8FCBB416-D53E-CFAF-679D-5042ED5C4D8C}"/>
              </a:ext>
            </a:extLst>
          </p:cNvPr>
          <p:cNvSpPr>
            <a:spLocks noGrp="1" noRot="1" noChangeAspect="1" noTextEdit="1"/>
          </p:cNvSpPr>
          <p:nvPr>
            <p:ph type="sldImg" idx="2"/>
          </p:nvPr>
        </p:nvSpPr>
        <p:spPr bwMode="auto">
          <a:xfrm>
            <a:off x="2143125" y="685800"/>
            <a:ext cx="257175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40CBB825-BAFE-55B7-2806-83F2B72772C7}"/>
              </a:ext>
            </a:extLst>
          </p:cNvPr>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pt-BR" noProof="0"/>
              <a:t>Clique para editar os estilos do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3078" name="Rectangle 6">
            <a:extLst>
              <a:ext uri="{FF2B5EF4-FFF2-40B4-BE49-F238E27FC236}">
                <a16:creationId xmlns:a16="http://schemas.microsoft.com/office/drawing/2014/main" id="{50A71B6C-2E17-61FD-9EC4-73DC72601EEC}"/>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vl1pPr>
          </a:lstStyle>
          <a:p>
            <a:pPr>
              <a:defRPr/>
            </a:pPr>
            <a:endParaRPr lang="pt-BR"/>
          </a:p>
        </p:txBody>
      </p:sp>
      <p:sp>
        <p:nvSpPr>
          <p:cNvPr id="3079" name="Rectangle 7">
            <a:extLst>
              <a:ext uri="{FF2B5EF4-FFF2-40B4-BE49-F238E27FC236}">
                <a16:creationId xmlns:a16="http://schemas.microsoft.com/office/drawing/2014/main" id="{98AB9B27-8327-7CD3-1301-112BC35FFDDF}"/>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2890946B-144C-43E5-B4F3-A3DC19DDC46D}" type="slidenum">
              <a:rPr lang="pt-BR" altLang="pt-BR"/>
              <a:pPr>
                <a:defRPr/>
              </a:pPr>
              <a:t>‹nº›</a:t>
            </a:fld>
            <a:endParaRPr lang="pt-BR" altLang="pt-B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Tree>
    <p:extLst>
      <p:ext uri="{BB962C8B-B14F-4D97-AF65-F5344CB8AC3E}">
        <p14:creationId xmlns:p14="http://schemas.microsoft.com/office/powerpoint/2010/main" val="3776436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Tree>
    <p:extLst>
      <p:ext uri="{BB962C8B-B14F-4D97-AF65-F5344CB8AC3E}">
        <p14:creationId xmlns:p14="http://schemas.microsoft.com/office/powerpoint/2010/main" val="3776436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Hea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0A2DBD-F048-4997-8E1A-5E01C6FCE431}"/>
              </a:ext>
            </a:extLst>
          </p:cNvPr>
          <p:cNvSpPr>
            <a:spLocks noGrp="1"/>
          </p:cNvSpPr>
          <p:nvPr>
            <p:ph type="title"/>
          </p:nvPr>
        </p:nvSpPr>
        <p:spPr>
          <a:xfrm>
            <a:off x="1146825" y="3543300"/>
            <a:ext cx="30110400" cy="2214000"/>
          </a:xfrm>
          <a:prstGeom prst="rect">
            <a:avLst/>
          </a:prstGeom>
        </p:spPr>
        <p:txBody>
          <a:bodyPr anchor="ctr">
            <a:normAutofit fontScale="97500"/>
          </a:bodyPr>
          <a:lstStyle>
            <a:lvl1pPr>
              <a:defRPr lang="pt-BR" sz="6000" b="1" kern="1200">
                <a:latin typeface="Arial" panose="020B0604020202020204" pitchFamily="34" charset="0"/>
                <a:ea typeface="Geneva" panose="020B0503030404040204" pitchFamily="124" charset="-128"/>
                <a:cs typeface="Arial" panose="020B0604020202020204" pitchFamily="34" charset="0"/>
              </a:defRPr>
            </a:lvl1pPr>
          </a:lstStyle>
          <a:p>
            <a:pPr lvl="0" eaLnBrk="1" hangingPunct="1"/>
            <a:r>
              <a:rPr lang="pt-BR" dirty="0"/>
              <a:t>Clique para editar o título Mestre</a:t>
            </a:r>
          </a:p>
        </p:txBody>
      </p:sp>
      <p:sp>
        <p:nvSpPr>
          <p:cNvPr id="4" name="Espaço Reservado para Texto 3">
            <a:extLst>
              <a:ext uri="{FF2B5EF4-FFF2-40B4-BE49-F238E27FC236}">
                <a16:creationId xmlns:a16="http://schemas.microsoft.com/office/drawing/2014/main" id="{11849339-D75E-ADA5-78CF-5BB2F748CEEA}"/>
              </a:ext>
            </a:extLst>
          </p:cNvPr>
          <p:cNvSpPr>
            <a:spLocks noGrp="1"/>
          </p:cNvSpPr>
          <p:nvPr>
            <p:ph type="body" sz="quarter" idx="10" hasCustomPrompt="1"/>
          </p:nvPr>
        </p:nvSpPr>
        <p:spPr>
          <a:xfrm>
            <a:off x="1622850" y="6671700"/>
            <a:ext cx="28800000" cy="1066800"/>
          </a:xfrm>
        </p:spPr>
        <p:txBody>
          <a:bodyPr anchor="ctr"/>
          <a:lstStyle>
            <a:lvl1pPr marL="0" indent="0" algn="ctr">
              <a:buNone/>
              <a:defRPr sz="3600" b="1">
                <a:latin typeface="Arial" panose="020B0604020202020204" pitchFamily="34" charset="0"/>
                <a:cs typeface="Arial" panose="020B0604020202020204" pitchFamily="34" charset="0"/>
              </a:defRPr>
            </a:lvl1pPr>
            <a:lvl2pPr marL="2068513" indent="0" algn="ctr">
              <a:buNone/>
              <a:defRPr sz="4000" b="1">
                <a:latin typeface="Arial" panose="020B0604020202020204" pitchFamily="34" charset="0"/>
                <a:cs typeface="Arial" panose="020B0604020202020204" pitchFamily="34" charset="0"/>
              </a:defRPr>
            </a:lvl2pPr>
            <a:lvl3pPr marL="4137025" indent="0" algn="ctr">
              <a:buNone/>
              <a:defRPr sz="4000" b="1">
                <a:latin typeface="Arial" panose="020B0604020202020204" pitchFamily="34" charset="0"/>
                <a:cs typeface="Arial" panose="020B0604020202020204" pitchFamily="34" charset="0"/>
              </a:defRPr>
            </a:lvl3pPr>
            <a:lvl4pPr marL="6205537" indent="0" algn="ctr">
              <a:buNone/>
              <a:defRPr sz="4000" b="1">
                <a:latin typeface="Arial" panose="020B0604020202020204" pitchFamily="34" charset="0"/>
                <a:cs typeface="Arial" panose="020B0604020202020204" pitchFamily="34" charset="0"/>
              </a:defRPr>
            </a:lvl4pPr>
            <a:lvl5pPr marL="8272463" indent="0" algn="ctr">
              <a:buNone/>
              <a:defRPr sz="4000" b="1">
                <a:latin typeface="Arial" panose="020B0604020202020204" pitchFamily="34" charset="0"/>
                <a:cs typeface="Arial" panose="020B0604020202020204" pitchFamily="34" charset="0"/>
              </a:defRPr>
            </a:lvl5pPr>
          </a:lstStyle>
          <a:p>
            <a:pPr lvl="0"/>
            <a:r>
              <a:rPr lang="pt-BR" dirty="0"/>
              <a:t>Clique para editar os estilos de nome dos autores Mestres</a:t>
            </a:r>
          </a:p>
        </p:txBody>
      </p:sp>
      <p:sp>
        <p:nvSpPr>
          <p:cNvPr id="3" name="Rectangle 3">
            <a:extLst>
              <a:ext uri="{FF2B5EF4-FFF2-40B4-BE49-F238E27FC236}">
                <a16:creationId xmlns:a16="http://schemas.microsoft.com/office/drawing/2014/main" id="{E05C948B-BB36-C7A1-CF2F-B1AA76BA2D31}"/>
              </a:ext>
            </a:extLst>
          </p:cNvPr>
          <p:cNvSpPr>
            <a:spLocks noGrp="1"/>
          </p:cNvSpPr>
          <p:nvPr>
            <p:ph idx="1" hasCustomPrompt="1"/>
          </p:nvPr>
        </p:nvSpPr>
        <p:spPr bwMode="auto">
          <a:xfrm>
            <a:off x="1114425" y="92583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a:lvl1pPr>
          </a:lstStyle>
          <a:p>
            <a:pPr lvl="0"/>
            <a:r>
              <a:rPr lang="pt-BR" altLang="pt-BR" dirty="0"/>
              <a:t>CLIQUE PARA EDITAR TÍTULO</a:t>
            </a:r>
          </a:p>
        </p:txBody>
      </p:sp>
      <p:sp>
        <p:nvSpPr>
          <p:cNvPr id="7" name="Rectangle 3">
            <a:extLst>
              <a:ext uri="{FF2B5EF4-FFF2-40B4-BE49-F238E27FC236}">
                <a16:creationId xmlns:a16="http://schemas.microsoft.com/office/drawing/2014/main" id="{71B45E09-593C-17FF-4ABC-2FFE13E771DF}"/>
              </a:ext>
            </a:extLst>
          </p:cNvPr>
          <p:cNvSpPr>
            <a:spLocks noGrp="1"/>
          </p:cNvSpPr>
          <p:nvPr>
            <p:ph idx="13" hasCustomPrompt="1"/>
          </p:nvPr>
        </p:nvSpPr>
        <p:spPr bwMode="auto">
          <a:xfrm>
            <a:off x="1114425" y="10806697"/>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8" name="Rectangle 3">
            <a:extLst>
              <a:ext uri="{FF2B5EF4-FFF2-40B4-BE49-F238E27FC236}">
                <a16:creationId xmlns:a16="http://schemas.microsoft.com/office/drawing/2014/main" id="{EE6A2984-F03A-60CF-714C-E5C6108EEC5E}"/>
              </a:ext>
            </a:extLst>
          </p:cNvPr>
          <p:cNvSpPr>
            <a:spLocks noGrp="1"/>
          </p:cNvSpPr>
          <p:nvPr>
            <p:ph idx="14" hasCustomPrompt="1"/>
          </p:nvPr>
        </p:nvSpPr>
        <p:spPr bwMode="auto">
          <a:xfrm>
            <a:off x="16506825" y="92583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9" name="Rectangle 3">
            <a:extLst>
              <a:ext uri="{FF2B5EF4-FFF2-40B4-BE49-F238E27FC236}">
                <a16:creationId xmlns:a16="http://schemas.microsoft.com/office/drawing/2014/main" id="{E7D6E4FB-AC43-2CE8-1F86-0B488EDFB1A0}"/>
              </a:ext>
            </a:extLst>
          </p:cNvPr>
          <p:cNvSpPr>
            <a:spLocks noGrp="1"/>
          </p:cNvSpPr>
          <p:nvPr>
            <p:ph idx="15" hasCustomPrompt="1"/>
          </p:nvPr>
        </p:nvSpPr>
        <p:spPr bwMode="auto">
          <a:xfrm>
            <a:off x="16506825" y="10806697"/>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
        <p:nvSpPr>
          <p:cNvPr id="12" name="Rectangle 3">
            <a:extLst>
              <a:ext uri="{FF2B5EF4-FFF2-40B4-BE49-F238E27FC236}">
                <a16:creationId xmlns:a16="http://schemas.microsoft.com/office/drawing/2014/main" id="{E31D578A-C919-7109-1113-490DEE04B97F}"/>
              </a:ext>
            </a:extLst>
          </p:cNvPr>
          <p:cNvSpPr>
            <a:spLocks noGrp="1"/>
          </p:cNvSpPr>
          <p:nvPr>
            <p:ph idx="16" hasCustomPrompt="1"/>
          </p:nvPr>
        </p:nvSpPr>
        <p:spPr bwMode="auto">
          <a:xfrm>
            <a:off x="1114425" y="179451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13" name="Rectangle 3">
            <a:extLst>
              <a:ext uri="{FF2B5EF4-FFF2-40B4-BE49-F238E27FC236}">
                <a16:creationId xmlns:a16="http://schemas.microsoft.com/office/drawing/2014/main" id="{93AF65EA-1EF0-13F0-51B6-661DA2BD2331}"/>
              </a:ext>
            </a:extLst>
          </p:cNvPr>
          <p:cNvSpPr>
            <a:spLocks noGrp="1"/>
          </p:cNvSpPr>
          <p:nvPr>
            <p:ph idx="17" hasCustomPrompt="1"/>
          </p:nvPr>
        </p:nvSpPr>
        <p:spPr bwMode="auto">
          <a:xfrm>
            <a:off x="1114425" y="19493497"/>
            <a:ext cx="14760000" cy="1041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14" name="Rectangle 3">
            <a:extLst>
              <a:ext uri="{FF2B5EF4-FFF2-40B4-BE49-F238E27FC236}">
                <a16:creationId xmlns:a16="http://schemas.microsoft.com/office/drawing/2014/main" id="{33ACBF74-148B-5DA5-7D67-ED1EC76187F4}"/>
              </a:ext>
            </a:extLst>
          </p:cNvPr>
          <p:cNvSpPr>
            <a:spLocks noGrp="1"/>
          </p:cNvSpPr>
          <p:nvPr>
            <p:ph idx="18" hasCustomPrompt="1"/>
          </p:nvPr>
        </p:nvSpPr>
        <p:spPr bwMode="auto">
          <a:xfrm>
            <a:off x="16490421" y="24072203"/>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15" name="Rectangle 3">
            <a:extLst>
              <a:ext uri="{FF2B5EF4-FFF2-40B4-BE49-F238E27FC236}">
                <a16:creationId xmlns:a16="http://schemas.microsoft.com/office/drawing/2014/main" id="{D5E6B7BB-14FC-3FB2-7942-1CA9B36510D1}"/>
              </a:ext>
            </a:extLst>
          </p:cNvPr>
          <p:cNvSpPr>
            <a:spLocks noGrp="1"/>
          </p:cNvSpPr>
          <p:nvPr>
            <p:ph idx="19" hasCustomPrompt="1"/>
          </p:nvPr>
        </p:nvSpPr>
        <p:spPr bwMode="auto">
          <a:xfrm>
            <a:off x="16490421" y="25620600"/>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
        <p:nvSpPr>
          <p:cNvPr id="17" name="Espaço Reservado para Imagem 16">
            <a:extLst>
              <a:ext uri="{FF2B5EF4-FFF2-40B4-BE49-F238E27FC236}">
                <a16:creationId xmlns:a16="http://schemas.microsoft.com/office/drawing/2014/main" id="{777C036F-B19A-D219-F291-893D6FD0DF11}"/>
              </a:ext>
            </a:extLst>
          </p:cNvPr>
          <p:cNvSpPr>
            <a:spLocks noGrp="1"/>
          </p:cNvSpPr>
          <p:nvPr>
            <p:ph type="pic" sz="quarter" idx="20"/>
          </p:nvPr>
        </p:nvSpPr>
        <p:spPr>
          <a:xfrm>
            <a:off x="1114425" y="30390097"/>
            <a:ext cx="14760000" cy="6909803"/>
          </a:xfrm>
        </p:spPr>
        <p:txBody>
          <a:bodyPr/>
          <a:lstStyle/>
          <a:p>
            <a:endParaRPr lang="pt-BR"/>
          </a:p>
        </p:txBody>
      </p:sp>
      <p:sp>
        <p:nvSpPr>
          <p:cNvPr id="19" name="Espaço Reservado para Texto 18">
            <a:extLst>
              <a:ext uri="{FF2B5EF4-FFF2-40B4-BE49-F238E27FC236}">
                <a16:creationId xmlns:a16="http://schemas.microsoft.com/office/drawing/2014/main" id="{B3ABA890-6B2B-FE4A-A955-E6E2A4EDE74A}"/>
              </a:ext>
            </a:extLst>
          </p:cNvPr>
          <p:cNvSpPr>
            <a:spLocks noGrp="1"/>
          </p:cNvSpPr>
          <p:nvPr>
            <p:ph type="body" sz="quarter" idx="21" hasCustomPrompt="1"/>
          </p:nvPr>
        </p:nvSpPr>
        <p:spPr>
          <a:xfrm>
            <a:off x="1114425" y="37376100"/>
            <a:ext cx="14759999" cy="1066800"/>
          </a:xfrm>
        </p:spPr>
        <p:txBody>
          <a:bodyPr/>
          <a:lstStyle>
            <a:lvl1pPr marL="0" marR="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sz="2400" b="0"/>
            </a:lvl1pPr>
            <a:lvl2pPr marL="0" indent="0" algn="l">
              <a:buFont typeface="Arial" panose="020B0604020202020204" pitchFamily="34" charset="0"/>
              <a:buNone/>
              <a:defRPr/>
            </a:lvl2pPr>
            <a:lvl3pPr marL="1698625" indent="0" algn="l">
              <a:buFont typeface="Arial" panose="020B0604020202020204" pitchFamily="34" charset="0"/>
              <a:buNone/>
              <a:defRPr/>
            </a:lvl3pPr>
            <a:lvl4pPr marL="1698625" indent="0" algn="l">
              <a:buFont typeface="Arial" panose="020B0604020202020204" pitchFamily="34" charset="0"/>
              <a:buNone/>
              <a:defRPr/>
            </a:lvl4pPr>
            <a:lvl5pPr marL="1698625" indent="0" algn="l">
              <a:buFont typeface="Arial" panose="020B0604020202020204" pitchFamily="34" charset="0"/>
              <a:buNone/>
              <a:defRPr/>
            </a:lvl5pPr>
          </a:lstStyle>
          <a:p>
            <a:pPr lvl="0"/>
            <a:r>
              <a:rPr lang="pt-BR" dirty="0"/>
              <a:t>Clique para editar o título e a fonte da imagem</a:t>
            </a:r>
          </a:p>
        </p:txBody>
      </p:sp>
      <p:sp>
        <p:nvSpPr>
          <p:cNvPr id="16" name="Rectangle 3">
            <a:extLst>
              <a:ext uri="{FF2B5EF4-FFF2-40B4-BE49-F238E27FC236}">
                <a16:creationId xmlns:a16="http://schemas.microsoft.com/office/drawing/2014/main" id="{1E714591-6D80-4174-FAAD-2C382876977F}"/>
              </a:ext>
            </a:extLst>
          </p:cNvPr>
          <p:cNvSpPr>
            <a:spLocks noGrp="1"/>
          </p:cNvSpPr>
          <p:nvPr>
            <p:ph idx="22" hasCustomPrompt="1"/>
          </p:nvPr>
        </p:nvSpPr>
        <p:spPr bwMode="auto">
          <a:xfrm>
            <a:off x="16506825" y="32093903"/>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18" name="Rectangle 3">
            <a:extLst>
              <a:ext uri="{FF2B5EF4-FFF2-40B4-BE49-F238E27FC236}">
                <a16:creationId xmlns:a16="http://schemas.microsoft.com/office/drawing/2014/main" id="{86C3F343-7CEC-3552-F317-F3C3A4EC69D6}"/>
              </a:ext>
            </a:extLst>
          </p:cNvPr>
          <p:cNvSpPr>
            <a:spLocks noGrp="1"/>
          </p:cNvSpPr>
          <p:nvPr>
            <p:ph idx="23" hasCustomPrompt="1"/>
          </p:nvPr>
        </p:nvSpPr>
        <p:spPr bwMode="auto">
          <a:xfrm>
            <a:off x="16506825" y="33642300"/>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
        <p:nvSpPr>
          <p:cNvPr id="21" name="Espaço Reservado para Tabela 20">
            <a:extLst>
              <a:ext uri="{FF2B5EF4-FFF2-40B4-BE49-F238E27FC236}">
                <a16:creationId xmlns:a16="http://schemas.microsoft.com/office/drawing/2014/main" id="{B023CB31-C050-0079-B8DA-E29E0AA840C6}"/>
              </a:ext>
            </a:extLst>
          </p:cNvPr>
          <p:cNvSpPr>
            <a:spLocks noGrp="1"/>
          </p:cNvSpPr>
          <p:nvPr>
            <p:ph type="tbl" sz="quarter" idx="24"/>
          </p:nvPr>
        </p:nvSpPr>
        <p:spPr>
          <a:xfrm>
            <a:off x="16550775" y="17983399"/>
            <a:ext cx="14760000" cy="3608806"/>
          </a:xfrm>
        </p:spPr>
        <p:txBody>
          <a:bodyPr/>
          <a:lstStyle/>
          <a:p>
            <a:endParaRPr lang="pt-BR"/>
          </a:p>
        </p:txBody>
      </p:sp>
      <p:sp>
        <p:nvSpPr>
          <p:cNvPr id="22" name="Espaço Reservado para Texto 18">
            <a:extLst>
              <a:ext uri="{FF2B5EF4-FFF2-40B4-BE49-F238E27FC236}">
                <a16:creationId xmlns:a16="http://schemas.microsoft.com/office/drawing/2014/main" id="{768CB9CE-97F7-B1A6-21BE-477C8EC21B7A}"/>
              </a:ext>
            </a:extLst>
          </p:cNvPr>
          <p:cNvSpPr>
            <a:spLocks noGrp="1"/>
          </p:cNvSpPr>
          <p:nvPr>
            <p:ph type="body" sz="quarter" idx="25" hasCustomPrompt="1"/>
          </p:nvPr>
        </p:nvSpPr>
        <p:spPr>
          <a:xfrm>
            <a:off x="16550775" y="21678900"/>
            <a:ext cx="14759999" cy="1066800"/>
          </a:xfrm>
        </p:spPr>
        <p:txBody>
          <a:bodyPr/>
          <a:lstStyle>
            <a:lvl1pPr marL="0" marR="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sz="2400" b="0"/>
            </a:lvl1pPr>
            <a:lvl2pPr marL="0" indent="0" algn="l">
              <a:buFont typeface="Arial" panose="020B0604020202020204" pitchFamily="34" charset="0"/>
              <a:buNone/>
              <a:defRPr/>
            </a:lvl2pPr>
            <a:lvl3pPr marL="1698625" indent="0" algn="l">
              <a:buFont typeface="Arial" panose="020B0604020202020204" pitchFamily="34" charset="0"/>
              <a:buNone/>
              <a:defRPr/>
            </a:lvl3pPr>
            <a:lvl4pPr marL="1698625" indent="0" algn="l">
              <a:buFont typeface="Arial" panose="020B0604020202020204" pitchFamily="34" charset="0"/>
              <a:buNone/>
              <a:defRPr/>
            </a:lvl4pPr>
            <a:lvl5pPr marL="1698625" indent="0" algn="l">
              <a:buFont typeface="Arial" panose="020B0604020202020204" pitchFamily="34" charset="0"/>
              <a:buNone/>
              <a:defRPr/>
            </a:lvl5pPr>
          </a:lstStyle>
          <a:p>
            <a:pPr lvl="0"/>
            <a:r>
              <a:rPr lang="pt-BR" dirty="0"/>
              <a:t>Clique para editar o título e fonte da tabela</a:t>
            </a:r>
          </a:p>
        </p:txBody>
      </p:sp>
      <p:sp>
        <p:nvSpPr>
          <p:cNvPr id="23" name="Espaço Reservado para Conteúdo 7">
            <a:extLst>
              <a:ext uri="{FF2B5EF4-FFF2-40B4-BE49-F238E27FC236}">
                <a16:creationId xmlns:a16="http://schemas.microsoft.com/office/drawing/2014/main" id="{D6CB3559-0783-CAF6-781D-CD06D889B681}"/>
              </a:ext>
            </a:extLst>
          </p:cNvPr>
          <p:cNvSpPr>
            <a:spLocks noGrp="1"/>
          </p:cNvSpPr>
          <p:nvPr>
            <p:ph sz="quarter" idx="26" hasCustomPrompt="1"/>
          </p:nvPr>
        </p:nvSpPr>
        <p:spPr>
          <a:xfrm>
            <a:off x="23517225" y="227014"/>
            <a:ext cx="6934200" cy="2834690"/>
          </a:xfrm>
        </p:spPr>
        <p:txBody>
          <a:bodyPr/>
          <a:lstStyle>
            <a:lvl1pPr>
              <a:defRPr/>
            </a:lvl1pPr>
          </a:lstStyle>
          <a:p>
            <a:pPr lvl="0"/>
            <a:r>
              <a:rPr lang="pt-BR" dirty="0"/>
              <a:t>Inserir a imagem</a:t>
            </a:r>
          </a:p>
        </p:txBody>
      </p:sp>
    </p:spTree>
    <p:extLst>
      <p:ext uri="{BB962C8B-B14F-4D97-AF65-F5344CB8AC3E}">
        <p14:creationId xmlns:p14="http://schemas.microsoft.com/office/powerpoint/2010/main" val="988363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Layout Hea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0A2DBD-F048-4997-8E1A-5E01C6FCE431}"/>
              </a:ext>
            </a:extLst>
          </p:cNvPr>
          <p:cNvSpPr>
            <a:spLocks noGrp="1"/>
          </p:cNvSpPr>
          <p:nvPr>
            <p:ph type="title"/>
          </p:nvPr>
        </p:nvSpPr>
        <p:spPr>
          <a:xfrm>
            <a:off x="1146825" y="3543300"/>
            <a:ext cx="30110400" cy="2214000"/>
          </a:xfrm>
          <a:prstGeom prst="rect">
            <a:avLst/>
          </a:prstGeom>
        </p:spPr>
        <p:txBody>
          <a:bodyPr anchor="ctr">
            <a:normAutofit fontScale="97500"/>
          </a:bodyPr>
          <a:lstStyle>
            <a:lvl1pPr>
              <a:defRPr lang="pt-BR" sz="6000" b="1" kern="1200">
                <a:latin typeface="Arial" panose="020B0604020202020204" pitchFamily="34" charset="0"/>
                <a:ea typeface="Geneva" panose="020B0503030404040204" pitchFamily="124" charset="-128"/>
                <a:cs typeface="Arial" panose="020B0604020202020204" pitchFamily="34" charset="0"/>
              </a:defRPr>
            </a:lvl1pPr>
          </a:lstStyle>
          <a:p>
            <a:pPr lvl="0" eaLnBrk="1" hangingPunct="1"/>
            <a:r>
              <a:rPr lang="pt-BR" dirty="0"/>
              <a:t>Clique para editar o título Mestre</a:t>
            </a:r>
          </a:p>
        </p:txBody>
      </p:sp>
      <p:sp>
        <p:nvSpPr>
          <p:cNvPr id="4" name="Espaço Reservado para Texto 3">
            <a:extLst>
              <a:ext uri="{FF2B5EF4-FFF2-40B4-BE49-F238E27FC236}">
                <a16:creationId xmlns:a16="http://schemas.microsoft.com/office/drawing/2014/main" id="{11849339-D75E-ADA5-78CF-5BB2F748CEEA}"/>
              </a:ext>
            </a:extLst>
          </p:cNvPr>
          <p:cNvSpPr>
            <a:spLocks noGrp="1"/>
          </p:cNvSpPr>
          <p:nvPr>
            <p:ph type="body" sz="quarter" idx="10" hasCustomPrompt="1"/>
          </p:nvPr>
        </p:nvSpPr>
        <p:spPr>
          <a:xfrm>
            <a:off x="1622850" y="6671700"/>
            <a:ext cx="28800000" cy="1066800"/>
          </a:xfrm>
        </p:spPr>
        <p:txBody>
          <a:bodyPr anchor="ctr"/>
          <a:lstStyle>
            <a:lvl1pPr marL="0" indent="0" algn="ctr">
              <a:buNone/>
              <a:defRPr sz="3600" b="1">
                <a:latin typeface="Arial" panose="020B0604020202020204" pitchFamily="34" charset="0"/>
                <a:cs typeface="Arial" panose="020B0604020202020204" pitchFamily="34" charset="0"/>
              </a:defRPr>
            </a:lvl1pPr>
            <a:lvl2pPr marL="2068513" indent="0" algn="ctr">
              <a:buNone/>
              <a:defRPr sz="4000" b="1">
                <a:latin typeface="Arial" panose="020B0604020202020204" pitchFamily="34" charset="0"/>
                <a:cs typeface="Arial" panose="020B0604020202020204" pitchFamily="34" charset="0"/>
              </a:defRPr>
            </a:lvl2pPr>
            <a:lvl3pPr marL="4137025" indent="0" algn="ctr">
              <a:buNone/>
              <a:defRPr sz="4000" b="1">
                <a:latin typeface="Arial" panose="020B0604020202020204" pitchFamily="34" charset="0"/>
                <a:cs typeface="Arial" panose="020B0604020202020204" pitchFamily="34" charset="0"/>
              </a:defRPr>
            </a:lvl3pPr>
            <a:lvl4pPr marL="6205537" indent="0" algn="ctr">
              <a:buNone/>
              <a:defRPr sz="4000" b="1">
                <a:latin typeface="Arial" panose="020B0604020202020204" pitchFamily="34" charset="0"/>
                <a:cs typeface="Arial" panose="020B0604020202020204" pitchFamily="34" charset="0"/>
              </a:defRPr>
            </a:lvl4pPr>
            <a:lvl5pPr marL="8272463" indent="0" algn="ctr">
              <a:buNone/>
              <a:defRPr sz="4000" b="1">
                <a:latin typeface="Arial" panose="020B0604020202020204" pitchFamily="34" charset="0"/>
                <a:cs typeface="Arial" panose="020B0604020202020204" pitchFamily="34" charset="0"/>
              </a:defRPr>
            </a:lvl5pPr>
          </a:lstStyle>
          <a:p>
            <a:pPr lvl="0"/>
            <a:r>
              <a:rPr lang="pt-BR" dirty="0"/>
              <a:t>Clique para editar os estilos de nome dos autores Mestres</a:t>
            </a:r>
          </a:p>
        </p:txBody>
      </p:sp>
      <p:sp>
        <p:nvSpPr>
          <p:cNvPr id="3" name="Rectangle 3">
            <a:extLst>
              <a:ext uri="{FF2B5EF4-FFF2-40B4-BE49-F238E27FC236}">
                <a16:creationId xmlns:a16="http://schemas.microsoft.com/office/drawing/2014/main" id="{E05C948B-BB36-C7A1-CF2F-B1AA76BA2D31}"/>
              </a:ext>
            </a:extLst>
          </p:cNvPr>
          <p:cNvSpPr>
            <a:spLocks noGrp="1"/>
          </p:cNvSpPr>
          <p:nvPr>
            <p:ph idx="1" hasCustomPrompt="1"/>
          </p:nvPr>
        </p:nvSpPr>
        <p:spPr bwMode="auto">
          <a:xfrm>
            <a:off x="1114425" y="92583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a:lvl1pPr>
          </a:lstStyle>
          <a:p>
            <a:pPr lvl="0"/>
            <a:r>
              <a:rPr lang="pt-BR" altLang="pt-BR" dirty="0"/>
              <a:t>CLIQUE PARA EDITAR TÍTULO</a:t>
            </a:r>
          </a:p>
        </p:txBody>
      </p:sp>
      <p:sp>
        <p:nvSpPr>
          <p:cNvPr id="7" name="Rectangle 3">
            <a:extLst>
              <a:ext uri="{FF2B5EF4-FFF2-40B4-BE49-F238E27FC236}">
                <a16:creationId xmlns:a16="http://schemas.microsoft.com/office/drawing/2014/main" id="{71B45E09-593C-17FF-4ABC-2FFE13E771DF}"/>
              </a:ext>
            </a:extLst>
          </p:cNvPr>
          <p:cNvSpPr>
            <a:spLocks noGrp="1"/>
          </p:cNvSpPr>
          <p:nvPr>
            <p:ph idx="13" hasCustomPrompt="1"/>
          </p:nvPr>
        </p:nvSpPr>
        <p:spPr bwMode="auto">
          <a:xfrm>
            <a:off x="1114425" y="10806697"/>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8" name="Rectangle 3">
            <a:extLst>
              <a:ext uri="{FF2B5EF4-FFF2-40B4-BE49-F238E27FC236}">
                <a16:creationId xmlns:a16="http://schemas.microsoft.com/office/drawing/2014/main" id="{EE6A2984-F03A-60CF-714C-E5C6108EEC5E}"/>
              </a:ext>
            </a:extLst>
          </p:cNvPr>
          <p:cNvSpPr>
            <a:spLocks noGrp="1"/>
          </p:cNvSpPr>
          <p:nvPr>
            <p:ph idx="14" hasCustomPrompt="1"/>
          </p:nvPr>
        </p:nvSpPr>
        <p:spPr bwMode="auto">
          <a:xfrm>
            <a:off x="16506825" y="92583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9" name="Rectangle 3">
            <a:extLst>
              <a:ext uri="{FF2B5EF4-FFF2-40B4-BE49-F238E27FC236}">
                <a16:creationId xmlns:a16="http://schemas.microsoft.com/office/drawing/2014/main" id="{E7D6E4FB-AC43-2CE8-1F86-0B488EDFB1A0}"/>
              </a:ext>
            </a:extLst>
          </p:cNvPr>
          <p:cNvSpPr>
            <a:spLocks noGrp="1"/>
          </p:cNvSpPr>
          <p:nvPr>
            <p:ph idx="15" hasCustomPrompt="1"/>
          </p:nvPr>
        </p:nvSpPr>
        <p:spPr bwMode="auto">
          <a:xfrm>
            <a:off x="16506825" y="10806697"/>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
        <p:nvSpPr>
          <p:cNvPr id="12" name="Rectangle 3">
            <a:extLst>
              <a:ext uri="{FF2B5EF4-FFF2-40B4-BE49-F238E27FC236}">
                <a16:creationId xmlns:a16="http://schemas.microsoft.com/office/drawing/2014/main" id="{E31D578A-C919-7109-1113-490DEE04B97F}"/>
              </a:ext>
            </a:extLst>
          </p:cNvPr>
          <p:cNvSpPr>
            <a:spLocks noGrp="1"/>
          </p:cNvSpPr>
          <p:nvPr>
            <p:ph idx="16" hasCustomPrompt="1"/>
          </p:nvPr>
        </p:nvSpPr>
        <p:spPr bwMode="auto">
          <a:xfrm>
            <a:off x="1114425" y="179451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13" name="Rectangle 3">
            <a:extLst>
              <a:ext uri="{FF2B5EF4-FFF2-40B4-BE49-F238E27FC236}">
                <a16:creationId xmlns:a16="http://schemas.microsoft.com/office/drawing/2014/main" id="{93AF65EA-1EF0-13F0-51B6-661DA2BD2331}"/>
              </a:ext>
            </a:extLst>
          </p:cNvPr>
          <p:cNvSpPr>
            <a:spLocks noGrp="1"/>
          </p:cNvSpPr>
          <p:nvPr>
            <p:ph idx="17" hasCustomPrompt="1"/>
          </p:nvPr>
        </p:nvSpPr>
        <p:spPr bwMode="auto">
          <a:xfrm>
            <a:off x="1114425" y="19493497"/>
            <a:ext cx="14760000" cy="1041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14" name="Rectangle 3">
            <a:extLst>
              <a:ext uri="{FF2B5EF4-FFF2-40B4-BE49-F238E27FC236}">
                <a16:creationId xmlns:a16="http://schemas.microsoft.com/office/drawing/2014/main" id="{33ACBF74-148B-5DA5-7D67-ED1EC76187F4}"/>
              </a:ext>
            </a:extLst>
          </p:cNvPr>
          <p:cNvSpPr>
            <a:spLocks noGrp="1"/>
          </p:cNvSpPr>
          <p:nvPr>
            <p:ph idx="18" hasCustomPrompt="1"/>
          </p:nvPr>
        </p:nvSpPr>
        <p:spPr bwMode="auto">
          <a:xfrm>
            <a:off x="16490421" y="18048707"/>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15" name="Rectangle 3">
            <a:extLst>
              <a:ext uri="{FF2B5EF4-FFF2-40B4-BE49-F238E27FC236}">
                <a16:creationId xmlns:a16="http://schemas.microsoft.com/office/drawing/2014/main" id="{D5E6B7BB-14FC-3FB2-7942-1CA9B36510D1}"/>
              </a:ext>
            </a:extLst>
          </p:cNvPr>
          <p:cNvSpPr>
            <a:spLocks noGrp="1"/>
          </p:cNvSpPr>
          <p:nvPr>
            <p:ph idx="19" hasCustomPrompt="1"/>
          </p:nvPr>
        </p:nvSpPr>
        <p:spPr bwMode="auto">
          <a:xfrm>
            <a:off x="16461846" y="19683996"/>
            <a:ext cx="14760000" cy="10224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
        <p:nvSpPr>
          <p:cNvPr id="16" name="Rectangle 3">
            <a:extLst>
              <a:ext uri="{FF2B5EF4-FFF2-40B4-BE49-F238E27FC236}">
                <a16:creationId xmlns:a16="http://schemas.microsoft.com/office/drawing/2014/main" id="{1E714591-6D80-4174-FAAD-2C382876977F}"/>
              </a:ext>
            </a:extLst>
          </p:cNvPr>
          <p:cNvSpPr>
            <a:spLocks noGrp="1"/>
          </p:cNvSpPr>
          <p:nvPr>
            <p:ph idx="22" hasCustomPrompt="1"/>
          </p:nvPr>
        </p:nvSpPr>
        <p:spPr bwMode="auto">
          <a:xfrm>
            <a:off x="16506825" y="306705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18" name="Rectangle 3">
            <a:extLst>
              <a:ext uri="{FF2B5EF4-FFF2-40B4-BE49-F238E27FC236}">
                <a16:creationId xmlns:a16="http://schemas.microsoft.com/office/drawing/2014/main" id="{86C3F343-7CEC-3552-F317-F3C3A4EC69D6}"/>
              </a:ext>
            </a:extLst>
          </p:cNvPr>
          <p:cNvSpPr>
            <a:spLocks noGrp="1"/>
          </p:cNvSpPr>
          <p:nvPr>
            <p:ph idx="23" hasCustomPrompt="1"/>
          </p:nvPr>
        </p:nvSpPr>
        <p:spPr bwMode="auto">
          <a:xfrm>
            <a:off x="16506825" y="32499300"/>
            <a:ext cx="14760000" cy="690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
        <p:nvSpPr>
          <p:cNvPr id="23" name="Espaço Reservado para Conteúdo 7">
            <a:extLst>
              <a:ext uri="{FF2B5EF4-FFF2-40B4-BE49-F238E27FC236}">
                <a16:creationId xmlns:a16="http://schemas.microsoft.com/office/drawing/2014/main" id="{D6CB3559-0783-CAF6-781D-CD06D889B681}"/>
              </a:ext>
            </a:extLst>
          </p:cNvPr>
          <p:cNvSpPr>
            <a:spLocks noGrp="1"/>
          </p:cNvSpPr>
          <p:nvPr>
            <p:ph sz="quarter" idx="26" hasCustomPrompt="1"/>
          </p:nvPr>
        </p:nvSpPr>
        <p:spPr>
          <a:xfrm>
            <a:off x="23517225" y="227014"/>
            <a:ext cx="6934200" cy="2834690"/>
          </a:xfrm>
        </p:spPr>
        <p:txBody>
          <a:bodyPr/>
          <a:lstStyle>
            <a:lvl1pPr>
              <a:defRPr/>
            </a:lvl1pPr>
          </a:lstStyle>
          <a:p>
            <a:pPr lvl="0"/>
            <a:r>
              <a:rPr lang="pt-BR" dirty="0"/>
              <a:t>Inserir a imagem</a:t>
            </a:r>
          </a:p>
        </p:txBody>
      </p:sp>
      <p:sp>
        <p:nvSpPr>
          <p:cNvPr id="5" name="Rectangle 3">
            <a:extLst>
              <a:ext uri="{FF2B5EF4-FFF2-40B4-BE49-F238E27FC236}">
                <a16:creationId xmlns:a16="http://schemas.microsoft.com/office/drawing/2014/main" id="{62F379BB-DAF4-439C-1C06-0E4028C87A52}"/>
              </a:ext>
            </a:extLst>
          </p:cNvPr>
          <p:cNvSpPr>
            <a:spLocks noGrp="1"/>
          </p:cNvSpPr>
          <p:nvPr>
            <p:ph idx="27" hasCustomPrompt="1"/>
          </p:nvPr>
        </p:nvSpPr>
        <p:spPr bwMode="auto">
          <a:xfrm>
            <a:off x="1085850" y="30678498"/>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6" name="Rectangle 3">
            <a:extLst>
              <a:ext uri="{FF2B5EF4-FFF2-40B4-BE49-F238E27FC236}">
                <a16:creationId xmlns:a16="http://schemas.microsoft.com/office/drawing/2014/main" id="{48779E9D-246B-808E-CCB1-AB28B9112A21}"/>
              </a:ext>
            </a:extLst>
          </p:cNvPr>
          <p:cNvSpPr>
            <a:spLocks noGrp="1"/>
          </p:cNvSpPr>
          <p:nvPr>
            <p:ph idx="28" hasCustomPrompt="1"/>
          </p:nvPr>
        </p:nvSpPr>
        <p:spPr bwMode="auto">
          <a:xfrm>
            <a:off x="1085850" y="32507298"/>
            <a:ext cx="14760000" cy="690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Tree>
    <p:extLst>
      <p:ext uri="{BB962C8B-B14F-4D97-AF65-F5344CB8AC3E}">
        <p14:creationId xmlns:p14="http://schemas.microsoft.com/office/powerpoint/2010/main" val="1011371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Layout Hea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05C948B-BB36-C7A1-CF2F-B1AA76BA2D31}"/>
              </a:ext>
            </a:extLst>
          </p:cNvPr>
          <p:cNvSpPr>
            <a:spLocks noGrp="1"/>
          </p:cNvSpPr>
          <p:nvPr>
            <p:ph idx="1" hasCustomPrompt="1"/>
          </p:nvPr>
        </p:nvSpPr>
        <p:spPr bwMode="auto">
          <a:xfrm>
            <a:off x="1114425" y="97155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a:lvl1pPr>
          </a:lstStyle>
          <a:p>
            <a:pPr lvl="0"/>
            <a:r>
              <a:rPr lang="pt-BR" altLang="pt-BR" dirty="0"/>
              <a:t>CLIQUE PARA EDITAR TÍTULO</a:t>
            </a:r>
          </a:p>
        </p:txBody>
      </p:sp>
      <p:sp>
        <p:nvSpPr>
          <p:cNvPr id="7" name="Rectangle 3">
            <a:extLst>
              <a:ext uri="{FF2B5EF4-FFF2-40B4-BE49-F238E27FC236}">
                <a16:creationId xmlns:a16="http://schemas.microsoft.com/office/drawing/2014/main" id="{71B45E09-593C-17FF-4ABC-2FFE13E771DF}"/>
              </a:ext>
            </a:extLst>
          </p:cNvPr>
          <p:cNvSpPr>
            <a:spLocks noGrp="1"/>
          </p:cNvSpPr>
          <p:nvPr>
            <p:ph idx="13" hasCustomPrompt="1"/>
          </p:nvPr>
        </p:nvSpPr>
        <p:spPr bwMode="auto">
          <a:xfrm>
            <a:off x="1114425" y="11263897"/>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8" name="Rectangle 3">
            <a:extLst>
              <a:ext uri="{FF2B5EF4-FFF2-40B4-BE49-F238E27FC236}">
                <a16:creationId xmlns:a16="http://schemas.microsoft.com/office/drawing/2014/main" id="{EE6A2984-F03A-60CF-714C-E5C6108EEC5E}"/>
              </a:ext>
            </a:extLst>
          </p:cNvPr>
          <p:cNvSpPr>
            <a:spLocks noGrp="1"/>
          </p:cNvSpPr>
          <p:nvPr>
            <p:ph idx="14" hasCustomPrompt="1"/>
          </p:nvPr>
        </p:nvSpPr>
        <p:spPr bwMode="auto">
          <a:xfrm>
            <a:off x="16506825" y="97155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9" name="Rectangle 3">
            <a:extLst>
              <a:ext uri="{FF2B5EF4-FFF2-40B4-BE49-F238E27FC236}">
                <a16:creationId xmlns:a16="http://schemas.microsoft.com/office/drawing/2014/main" id="{E7D6E4FB-AC43-2CE8-1F86-0B488EDFB1A0}"/>
              </a:ext>
            </a:extLst>
          </p:cNvPr>
          <p:cNvSpPr>
            <a:spLocks noGrp="1"/>
          </p:cNvSpPr>
          <p:nvPr>
            <p:ph idx="15" hasCustomPrompt="1"/>
          </p:nvPr>
        </p:nvSpPr>
        <p:spPr bwMode="auto">
          <a:xfrm>
            <a:off x="16506825" y="11263897"/>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
        <p:nvSpPr>
          <p:cNvPr id="12" name="Rectangle 3">
            <a:extLst>
              <a:ext uri="{FF2B5EF4-FFF2-40B4-BE49-F238E27FC236}">
                <a16:creationId xmlns:a16="http://schemas.microsoft.com/office/drawing/2014/main" id="{E31D578A-C919-7109-1113-490DEE04B97F}"/>
              </a:ext>
            </a:extLst>
          </p:cNvPr>
          <p:cNvSpPr>
            <a:spLocks noGrp="1"/>
          </p:cNvSpPr>
          <p:nvPr>
            <p:ph idx="16" hasCustomPrompt="1"/>
          </p:nvPr>
        </p:nvSpPr>
        <p:spPr bwMode="auto">
          <a:xfrm>
            <a:off x="1114425" y="190881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13" name="Rectangle 3">
            <a:extLst>
              <a:ext uri="{FF2B5EF4-FFF2-40B4-BE49-F238E27FC236}">
                <a16:creationId xmlns:a16="http://schemas.microsoft.com/office/drawing/2014/main" id="{93AF65EA-1EF0-13F0-51B6-661DA2BD2331}"/>
              </a:ext>
            </a:extLst>
          </p:cNvPr>
          <p:cNvSpPr>
            <a:spLocks noGrp="1"/>
          </p:cNvSpPr>
          <p:nvPr>
            <p:ph idx="17" hasCustomPrompt="1"/>
          </p:nvPr>
        </p:nvSpPr>
        <p:spPr bwMode="auto">
          <a:xfrm>
            <a:off x="1114425" y="20636497"/>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14" name="Rectangle 3">
            <a:extLst>
              <a:ext uri="{FF2B5EF4-FFF2-40B4-BE49-F238E27FC236}">
                <a16:creationId xmlns:a16="http://schemas.microsoft.com/office/drawing/2014/main" id="{33ACBF74-148B-5DA5-7D67-ED1EC76187F4}"/>
              </a:ext>
            </a:extLst>
          </p:cNvPr>
          <p:cNvSpPr>
            <a:spLocks noGrp="1"/>
          </p:cNvSpPr>
          <p:nvPr>
            <p:ph idx="18" hasCustomPrompt="1"/>
          </p:nvPr>
        </p:nvSpPr>
        <p:spPr bwMode="auto">
          <a:xfrm>
            <a:off x="16506825" y="190881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6000" b="1" dirty="0"/>
            </a:lvl1pPr>
          </a:lstStyle>
          <a:p>
            <a:pPr lvl="0" indent="0" defTabSz="4137025" eaLnBrk="0" fontAlgn="base" hangingPunct="0">
              <a:spcBef>
                <a:spcPct val="20000"/>
              </a:spcBef>
              <a:spcAft>
                <a:spcPct val="0"/>
              </a:spcAft>
              <a:buNone/>
            </a:pPr>
            <a:r>
              <a:rPr lang="pt-BR" altLang="pt-BR" dirty="0"/>
              <a:t>CLIQUE PARA EDITAR TÍTULO</a:t>
            </a:r>
          </a:p>
        </p:txBody>
      </p:sp>
      <p:sp>
        <p:nvSpPr>
          <p:cNvPr id="15" name="Rectangle 3">
            <a:extLst>
              <a:ext uri="{FF2B5EF4-FFF2-40B4-BE49-F238E27FC236}">
                <a16:creationId xmlns:a16="http://schemas.microsoft.com/office/drawing/2014/main" id="{D5E6B7BB-14FC-3FB2-7942-1CA9B36510D1}"/>
              </a:ext>
            </a:extLst>
          </p:cNvPr>
          <p:cNvSpPr>
            <a:spLocks noGrp="1"/>
          </p:cNvSpPr>
          <p:nvPr>
            <p:ph idx="19" hasCustomPrompt="1"/>
          </p:nvPr>
        </p:nvSpPr>
        <p:spPr bwMode="auto">
          <a:xfrm>
            <a:off x="16506825" y="20636497"/>
            <a:ext cx="14760000" cy="576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lang="pt-BR" altLang="pt-BR" sz="3200" dirty="0" smtClean="0"/>
            </a:lvl1pPr>
          </a:lstStyle>
          <a:p>
            <a:pPr lvl="0"/>
            <a:r>
              <a:rPr lang="pt-BR" altLang="pt-BR" dirty="0"/>
              <a:t>CLIQUE PARA EDITAR TEXTO,</a:t>
            </a:r>
          </a:p>
        </p:txBody>
      </p:sp>
      <p:sp>
        <p:nvSpPr>
          <p:cNvPr id="17" name="Espaço Reservado para Imagem 16">
            <a:extLst>
              <a:ext uri="{FF2B5EF4-FFF2-40B4-BE49-F238E27FC236}">
                <a16:creationId xmlns:a16="http://schemas.microsoft.com/office/drawing/2014/main" id="{777C036F-B19A-D219-F291-893D6FD0DF11}"/>
              </a:ext>
            </a:extLst>
          </p:cNvPr>
          <p:cNvSpPr>
            <a:spLocks noGrp="1"/>
          </p:cNvSpPr>
          <p:nvPr>
            <p:ph type="pic" sz="quarter" idx="20"/>
          </p:nvPr>
        </p:nvSpPr>
        <p:spPr>
          <a:xfrm>
            <a:off x="1137225" y="29070300"/>
            <a:ext cx="14760000" cy="5334000"/>
          </a:xfrm>
        </p:spPr>
        <p:txBody>
          <a:bodyPr/>
          <a:lstStyle/>
          <a:p>
            <a:endParaRPr lang="pt-BR"/>
          </a:p>
        </p:txBody>
      </p:sp>
      <p:sp>
        <p:nvSpPr>
          <p:cNvPr id="19" name="Espaço Reservado para Texto 18">
            <a:extLst>
              <a:ext uri="{FF2B5EF4-FFF2-40B4-BE49-F238E27FC236}">
                <a16:creationId xmlns:a16="http://schemas.microsoft.com/office/drawing/2014/main" id="{B3ABA890-6B2B-FE4A-A955-E6E2A4EDE74A}"/>
              </a:ext>
            </a:extLst>
          </p:cNvPr>
          <p:cNvSpPr>
            <a:spLocks noGrp="1"/>
          </p:cNvSpPr>
          <p:nvPr>
            <p:ph type="body" sz="quarter" idx="21" hasCustomPrompt="1"/>
          </p:nvPr>
        </p:nvSpPr>
        <p:spPr>
          <a:xfrm>
            <a:off x="1156349" y="34480500"/>
            <a:ext cx="14759999" cy="1066800"/>
          </a:xfrm>
        </p:spPr>
        <p:txBody>
          <a:bodyPr/>
          <a:lstStyle>
            <a:lvl1pPr marL="0" marR="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sz="2400" b="0"/>
            </a:lvl1pPr>
            <a:lvl2pPr marL="0" indent="0" algn="l">
              <a:buFont typeface="Arial" panose="020B0604020202020204" pitchFamily="34" charset="0"/>
              <a:buNone/>
              <a:defRPr/>
            </a:lvl2pPr>
            <a:lvl3pPr marL="1698625" indent="0" algn="l">
              <a:buFont typeface="Arial" panose="020B0604020202020204" pitchFamily="34" charset="0"/>
              <a:buNone/>
              <a:defRPr/>
            </a:lvl3pPr>
            <a:lvl4pPr marL="1698625" indent="0" algn="l">
              <a:buFont typeface="Arial" panose="020B0604020202020204" pitchFamily="34" charset="0"/>
              <a:buNone/>
              <a:defRPr/>
            </a:lvl4pPr>
            <a:lvl5pPr marL="1698625" indent="0" algn="l">
              <a:buFont typeface="Arial" panose="020B0604020202020204" pitchFamily="34" charset="0"/>
              <a:buNone/>
              <a:defRPr/>
            </a:lvl5pPr>
          </a:lstStyle>
          <a:p>
            <a:pPr lvl="0"/>
            <a:r>
              <a:rPr lang="pt-BR" dirty="0"/>
              <a:t>Clique para editar o título da imagem</a:t>
            </a:r>
          </a:p>
          <a:p>
            <a:pPr marL="0" marR="0" lvl="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a:pPr>
            <a:r>
              <a:rPr lang="pt-BR" dirty="0"/>
              <a:t>Clique para editar a fonte da imagem</a:t>
            </a:r>
          </a:p>
        </p:txBody>
      </p:sp>
      <p:sp>
        <p:nvSpPr>
          <p:cNvPr id="20" name="Espaço Reservado para Conteúdo 7">
            <a:extLst>
              <a:ext uri="{FF2B5EF4-FFF2-40B4-BE49-F238E27FC236}">
                <a16:creationId xmlns:a16="http://schemas.microsoft.com/office/drawing/2014/main" id="{8EE52D5C-4E2B-036C-F497-ED2865579192}"/>
              </a:ext>
            </a:extLst>
          </p:cNvPr>
          <p:cNvSpPr>
            <a:spLocks noGrp="1"/>
          </p:cNvSpPr>
          <p:nvPr>
            <p:ph sz="quarter" idx="22" hasCustomPrompt="1"/>
          </p:nvPr>
        </p:nvSpPr>
        <p:spPr>
          <a:xfrm>
            <a:off x="23517225" y="227013"/>
            <a:ext cx="6934200" cy="2982890"/>
          </a:xfrm>
        </p:spPr>
        <p:txBody>
          <a:bodyPr/>
          <a:lstStyle>
            <a:lvl1pPr>
              <a:defRPr/>
            </a:lvl1pPr>
          </a:lstStyle>
          <a:p>
            <a:pPr lvl="0"/>
            <a:r>
              <a:rPr lang="pt-BR" dirty="0"/>
              <a:t>Inserir a imagem</a:t>
            </a:r>
          </a:p>
        </p:txBody>
      </p:sp>
      <p:sp>
        <p:nvSpPr>
          <p:cNvPr id="5" name="Título 1">
            <a:extLst>
              <a:ext uri="{FF2B5EF4-FFF2-40B4-BE49-F238E27FC236}">
                <a16:creationId xmlns:a16="http://schemas.microsoft.com/office/drawing/2014/main" id="{498ECB7C-1B92-9A1A-3A0F-D3140A0F4191}"/>
              </a:ext>
            </a:extLst>
          </p:cNvPr>
          <p:cNvSpPr>
            <a:spLocks noGrp="1"/>
          </p:cNvSpPr>
          <p:nvPr>
            <p:ph type="title"/>
          </p:nvPr>
        </p:nvSpPr>
        <p:spPr>
          <a:xfrm>
            <a:off x="1146825" y="3691500"/>
            <a:ext cx="30110400" cy="2214000"/>
          </a:xfrm>
          <a:prstGeom prst="rect">
            <a:avLst/>
          </a:prstGeom>
        </p:spPr>
        <p:txBody>
          <a:bodyPr anchor="ctr">
            <a:normAutofit fontScale="97500"/>
          </a:bodyPr>
          <a:lstStyle>
            <a:lvl1pPr>
              <a:defRPr lang="pt-BR" sz="6000" b="1" kern="1200">
                <a:latin typeface="Arial" panose="020B0604020202020204" pitchFamily="34" charset="0"/>
                <a:ea typeface="Geneva" panose="020B0503030404040204" pitchFamily="124" charset="-128"/>
                <a:cs typeface="Arial" panose="020B0604020202020204" pitchFamily="34" charset="0"/>
              </a:defRPr>
            </a:lvl1pPr>
          </a:lstStyle>
          <a:p>
            <a:pPr lvl="0" eaLnBrk="1" hangingPunct="1"/>
            <a:r>
              <a:rPr lang="pt-BR" dirty="0"/>
              <a:t>Clique para editar o título Mestre</a:t>
            </a:r>
          </a:p>
        </p:txBody>
      </p:sp>
      <p:sp>
        <p:nvSpPr>
          <p:cNvPr id="10" name="Espaço Reservado para Texto 3">
            <a:extLst>
              <a:ext uri="{FF2B5EF4-FFF2-40B4-BE49-F238E27FC236}">
                <a16:creationId xmlns:a16="http://schemas.microsoft.com/office/drawing/2014/main" id="{D0E98CDB-0E56-F8FB-501C-0995BB8CB293}"/>
              </a:ext>
            </a:extLst>
          </p:cNvPr>
          <p:cNvSpPr>
            <a:spLocks noGrp="1"/>
          </p:cNvSpPr>
          <p:nvPr>
            <p:ph type="body" sz="quarter" idx="10" hasCustomPrompt="1"/>
          </p:nvPr>
        </p:nvSpPr>
        <p:spPr>
          <a:xfrm>
            <a:off x="1622850" y="6819900"/>
            <a:ext cx="28800000" cy="1066800"/>
          </a:xfrm>
        </p:spPr>
        <p:txBody>
          <a:bodyPr anchor="ctr"/>
          <a:lstStyle>
            <a:lvl1pPr marL="0" indent="0" algn="ctr">
              <a:buNone/>
              <a:defRPr sz="3600" b="1">
                <a:latin typeface="Arial" panose="020B0604020202020204" pitchFamily="34" charset="0"/>
                <a:cs typeface="Arial" panose="020B0604020202020204" pitchFamily="34" charset="0"/>
              </a:defRPr>
            </a:lvl1pPr>
            <a:lvl2pPr marL="2068513" indent="0" algn="ctr">
              <a:buNone/>
              <a:defRPr sz="4000" b="1">
                <a:latin typeface="Arial" panose="020B0604020202020204" pitchFamily="34" charset="0"/>
                <a:cs typeface="Arial" panose="020B0604020202020204" pitchFamily="34" charset="0"/>
              </a:defRPr>
            </a:lvl2pPr>
            <a:lvl3pPr marL="4137025" indent="0" algn="ctr">
              <a:buNone/>
              <a:defRPr sz="4000" b="1">
                <a:latin typeface="Arial" panose="020B0604020202020204" pitchFamily="34" charset="0"/>
                <a:cs typeface="Arial" panose="020B0604020202020204" pitchFamily="34" charset="0"/>
              </a:defRPr>
            </a:lvl3pPr>
            <a:lvl4pPr marL="6205537" indent="0" algn="ctr">
              <a:buNone/>
              <a:defRPr sz="4000" b="1">
                <a:latin typeface="Arial" panose="020B0604020202020204" pitchFamily="34" charset="0"/>
                <a:cs typeface="Arial" panose="020B0604020202020204" pitchFamily="34" charset="0"/>
              </a:defRPr>
            </a:lvl4pPr>
            <a:lvl5pPr marL="8272463" indent="0" algn="ctr">
              <a:buNone/>
              <a:defRPr sz="4000" b="1">
                <a:latin typeface="Arial" panose="020B0604020202020204" pitchFamily="34" charset="0"/>
                <a:cs typeface="Arial" panose="020B0604020202020204" pitchFamily="34" charset="0"/>
              </a:defRPr>
            </a:lvl5pPr>
          </a:lstStyle>
          <a:p>
            <a:pPr lvl="0"/>
            <a:r>
              <a:rPr lang="pt-BR" dirty="0"/>
              <a:t>Clique para editar os estilos de nome dos autores Mestres</a:t>
            </a:r>
          </a:p>
        </p:txBody>
      </p:sp>
      <p:sp>
        <p:nvSpPr>
          <p:cNvPr id="11" name="Espaço Reservado para Tabela 20">
            <a:extLst>
              <a:ext uri="{FF2B5EF4-FFF2-40B4-BE49-F238E27FC236}">
                <a16:creationId xmlns:a16="http://schemas.microsoft.com/office/drawing/2014/main" id="{1DADCFBD-55C2-BD1B-CF24-18A3FA70F992}"/>
              </a:ext>
            </a:extLst>
          </p:cNvPr>
          <p:cNvSpPr>
            <a:spLocks noGrp="1"/>
          </p:cNvSpPr>
          <p:nvPr>
            <p:ph type="tbl" sz="quarter" idx="24"/>
          </p:nvPr>
        </p:nvSpPr>
        <p:spPr>
          <a:xfrm>
            <a:off x="16478250" y="29032200"/>
            <a:ext cx="14760000" cy="3608806"/>
          </a:xfrm>
        </p:spPr>
        <p:txBody>
          <a:bodyPr/>
          <a:lstStyle/>
          <a:p>
            <a:endParaRPr lang="pt-BR"/>
          </a:p>
        </p:txBody>
      </p:sp>
      <p:sp>
        <p:nvSpPr>
          <p:cNvPr id="16" name="Espaço Reservado para Texto 18">
            <a:extLst>
              <a:ext uri="{FF2B5EF4-FFF2-40B4-BE49-F238E27FC236}">
                <a16:creationId xmlns:a16="http://schemas.microsoft.com/office/drawing/2014/main" id="{59545B41-4B36-3945-012B-DDD57D0901EC}"/>
              </a:ext>
            </a:extLst>
          </p:cNvPr>
          <p:cNvSpPr>
            <a:spLocks noGrp="1"/>
          </p:cNvSpPr>
          <p:nvPr>
            <p:ph type="body" sz="quarter" idx="25" hasCustomPrompt="1"/>
          </p:nvPr>
        </p:nvSpPr>
        <p:spPr>
          <a:xfrm>
            <a:off x="16478250" y="32727701"/>
            <a:ext cx="14759999" cy="1066800"/>
          </a:xfrm>
        </p:spPr>
        <p:txBody>
          <a:bodyPr/>
          <a:lstStyle>
            <a:lvl1pPr marL="0" marR="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sz="2400" b="0"/>
            </a:lvl1pPr>
            <a:lvl2pPr marL="0" indent="0" algn="l">
              <a:buFont typeface="Arial" panose="020B0604020202020204" pitchFamily="34" charset="0"/>
              <a:buNone/>
              <a:defRPr/>
            </a:lvl2pPr>
            <a:lvl3pPr marL="1698625" indent="0" algn="l">
              <a:buFont typeface="Arial" panose="020B0604020202020204" pitchFamily="34" charset="0"/>
              <a:buNone/>
              <a:defRPr/>
            </a:lvl3pPr>
            <a:lvl4pPr marL="1698625" indent="0" algn="l">
              <a:buFont typeface="Arial" panose="020B0604020202020204" pitchFamily="34" charset="0"/>
              <a:buNone/>
              <a:defRPr/>
            </a:lvl4pPr>
            <a:lvl5pPr marL="1698625" indent="0" algn="l">
              <a:buFont typeface="Arial" panose="020B0604020202020204" pitchFamily="34" charset="0"/>
              <a:buNone/>
              <a:defRPr/>
            </a:lvl5pPr>
          </a:lstStyle>
          <a:p>
            <a:pPr lvl="0"/>
            <a:r>
              <a:rPr lang="pt-BR" dirty="0"/>
              <a:t>Clique para editar o título e fonte da tabela</a:t>
            </a:r>
          </a:p>
        </p:txBody>
      </p:sp>
    </p:spTree>
    <p:extLst>
      <p:ext uri="{BB962C8B-B14F-4D97-AF65-F5344CB8AC3E}">
        <p14:creationId xmlns:p14="http://schemas.microsoft.com/office/powerpoint/2010/main" val="2984051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7FEBE4D5-4F81-E44F-FCBE-9CCFD9F5D7E5}"/>
              </a:ext>
            </a:extLst>
          </p:cNvPr>
          <p:cNvSpPr>
            <a:spLocks noGrp="1"/>
          </p:cNvSpPr>
          <p:nvPr>
            <p:ph idx="1" hasCustomPrompt="1"/>
          </p:nvPr>
        </p:nvSpPr>
        <p:spPr bwMode="auto">
          <a:xfrm>
            <a:off x="1114425" y="104013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a:lvl1pPr>
          </a:lstStyle>
          <a:p>
            <a:pPr lvl="0"/>
            <a:r>
              <a:rPr lang="pt-BR" altLang="pt-BR" dirty="0"/>
              <a:t>CLIQUE PARA EDITAR TÍTULO</a:t>
            </a:r>
          </a:p>
        </p:txBody>
      </p:sp>
      <p:sp>
        <p:nvSpPr>
          <p:cNvPr id="4" name="Rectangle 3">
            <a:extLst>
              <a:ext uri="{FF2B5EF4-FFF2-40B4-BE49-F238E27FC236}">
                <a16:creationId xmlns:a16="http://schemas.microsoft.com/office/drawing/2014/main" id="{7BB3A88C-4710-BC51-1BFB-038B1AB71DEC}"/>
              </a:ext>
            </a:extLst>
          </p:cNvPr>
          <p:cNvSpPr>
            <a:spLocks noGrp="1"/>
          </p:cNvSpPr>
          <p:nvPr>
            <p:ph idx="13" hasCustomPrompt="1"/>
          </p:nvPr>
        </p:nvSpPr>
        <p:spPr bwMode="auto">
          <a:xfrm>
            <a:off x="1114425" y="11949697"/>
            <a:ext cx="14760000" cy="1407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10" name="Rectangle 3">
            <a:extLst>
              <a:ext uri="{FF2B5EF4-FFF2-40B4-BE49-F238E27FC236}">
                <a16:creationId xmlns:a16="http://schemas.microsoft.com/office/drawing/2014/main" id="{B00F7519-C762-E5F5-B5CA-E7E526F4BABA}"/>
              </a:ext>
            </a:extLst>
          </p:cNvPr>
          <p:cNvSpPr>
            <a:spLocks noGrp="1"/>
          </p:cNvSpPr>
          <p:nvPr>
            <p:ph idx="14" hasCustomPrompt="1"/>
          </p:nvPr>
        </p:nvSpPr>
        <p:spPr bwMode="auto">
          <a:xfrm>
            <a:off x="16468650" y="104013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a:lvl1pPr>
          </a:lstStyle>
          <a:p>
            <a:pPr lvl="0"/>
            <a:r>
              <a:rPr lang="pt-BR" altLang="pt-BR" dirty="0"/>
              <a:t>CLIQUE PARA EDITAR TÍTULO</a:t>
            </a:r>
          </a:p>
        </p:txBody>
      </p:sp>
      <p:sp>
        <p:nvSpPr>
          <p:cNvPr id="11" name="Rectangle 3">
            <a:extLst>
              <a:ext uri="{FF2B5EF4-FFF2-40B4-BE49-F238E27FC236}">
                <a16:creationId xmlns:a16="http://schemas.microsoft.com/office/drawing/2014/main" id="{ECA9DCF1-44DB-C245-D5B6-996E91382705}"/>
              </a:ext>
            </a:extLst>
          </p:cNvPr>
          <p:cNvSpPr>
            <a:spLocks noGrp="1"/>
          </p:cNvSpPr>
          <p:nvPr>
            <p:ph idx="15" hasCustomPrompt="1"/>
          </p:nvPr>
        </p:nvSpPr>
        <p:spPr bwMode="auto">
          <a:xfrm>
            <a:off x="16468650" y="11949697"/>
            <a:ext cx="14760000" cy="1407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14" name="Espaço Reservado para Imagem 13">
            <a:extLst>
              <a:ext uri="{FF2B5EF4-FFF2-40B4-BE49-F238E27FC236}">
                <a16:creationId xmlns:a16="http://schemas.microsoft.com/office/drawing/2014/main" id="{7C299317-9909-86DD-1965-CC14D9B2A015}"/>
              </a:ext>
            </a:extLst>
          </p:cNvPr>
          <p:cNvSpPr>
            <a:spLocks noGrp="1"/>
          </p:cNvSpPr>
          <p:nvPr>
            <p:ph type="pic" sz="quarter" idx="16"/>
          </p:nvPr>
        </p:nvSpPr>
        <p:spPr>
          <a:xfrm>
            <a:off x="4962525" y="27508200"/>
            <a:ext cx="22479000" cy="8382000"/>
          </a:xfrm>
        </p:spPr>
        <p:txBody>
          <a:bodyPr/>
          <a:lstStyle/>
          <a:p>
            <a:endParaRPr lang="pt-BR"/>
          </a:p>
        </p:txBody>
      </p:sp>
      <p:sp>
        <p:nvSpPr>
          <p:cNvPr id="15" name="Espaço Reservado para Texto 18">
            <a:extLst>
              <a:ext uri="{FF2B5EF4-FFF2-40B4-BE49-F238E27FC236}">
                <a16:creationId xmlns:a16="http://schemas.microsoft.com/office/drawing/2014/main" id="{5A1D766A-EBDA-D8EB-DB98-AAC3E665196A}"/>
              </a:ext>
            </a:extLst>
          </p:cNvPr>
          <p:cNvSpPr>
            <a:spLocks noGrp="1"/>
          </p:cNvSpPr>
          <p:nvPr>
            <p:ph type="body" sz="quarter" idx="21" hasCustomPrompt="1"/>
          </p:nvPr>
        </p:nvSpPr>
        <p:spPr>
          <a:xfrm>
            <a:off x="4962525" y="35928300"/>
            <a:ext cx="14759999" cy="1066800"/>
          </a:xfrm>
        </p:spPr>
        <p:txBody>
          <a:bodyPr/>
          <a:lstStyle>
            <a:lvl1pPr marL="0" marR="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sz="2400" b="0"/>
            </a:lvl1pPr>
            <a:lvl2pPr marL="0" indent="0" algn="l">
              <a:buFont typeface="Arial" panose="020B0604020202020204" pitchFamily="34" charset="0"/>
              <a:buNone/>
              <a:defRPr/>
            </a:lvl2pPr>
            <a:lvl3pPr marL="1698625" indent="0" algn="l">
              <a:buFont typeface="Arial" panose="020B0604020202020204" pitchFamily="34" charset="0"/>
              <a:buNone/>
              <a:defRPr/>
            </a:lvl3pPr>
            <a:lvl4pPr marL="1698625" indent="0" algn="l">
              <a:buFont typeface="Arial" panose="020B0604020202020204" pitchFamily="34" charset="0"/>
              <a:buNone/>
              <a:defRPr/>
            </a:lvl4pPr>
            <a:lvl5pPr marL="1698625" indent="0" algn="l">
              <a:buFont typeface="Arial" panose="020B0604020202020204" pitchFamily="34" charset="0"/>
              <a:buNone/>
              <a:defRPr/>
            </a:lvl5pPr>
          </a:lstStyle>
          <a:p>
            <a:pPr lvl="0"/>
            <a:r>
              <a:rPr lang="pt-BR" dirty="0"/>
              <a:t>Clique para editar o título e a fonte da imagem</a:t>
            </a:r>
          </a:p>
        </p:txBody>
      </p:sp>
      <p:sp>
        <p:nvSpPr>
          <p:cNvPr id="2" name="Título 1">
            <a:extLst>
              <a:ext uri="{FF2B5EF4-FFF2-40B4-BE49-F238E27FC236}">
                <a16:creationId xmlns:a16="http://schemas.microsoft.com/office/drawing/2014/main" id="{38383CA5-1568-0085-B17D-B4D943660B25}"/>
              </a:ext>
            </a:extLst>
          </p:cNvPr>
          <p:cNvSpPr>
            <a:spLocks noGrp="1"/>
          </p:cNvSpPr>
          <p:nvPr>
            <p:ph type="title"/>
          </p:nvPr>
        </p:nvSpPr>
        <p:spPr>
          <a:xfrm>
            <a:off x="1146825" y="3543300"/>
            <a:ext cx="30110400" cy="2214000"/>
          </a:xfrm>
          <a:prstGeom prst="rect">
            <a:avLst/>
          </a:prstGeom>
        </p:spPr>
        <p:txBody>
          <a:bodyPr anchor="ctr">
            <a:normAutofit fontScale="97500"/>
          </a:bodyPr>
          <a:lstStyle>
            <a:lvl1pPr>
              <a:defRPr lang="pt-BR" sz="6000" b="1" kern="1200">
                <a:latin typeface="Arial" panose="020B0604020202020204" pitchFamily="34" charset="0"/>
                <a:ea typeface="Geneva" panose="020B0503030404040204" pitchFamily="124" charset="-128"/>
                <a:cs typeface="Arial" panose="020B0604020202020204" pitchFamily="34" charset="0"/>
              </a:defRPr>
            </a:lvl1pPr>
          </a:lstStyle>
          <a:p>
            <a:pPr lvl="0" eaLnBrk="1" hangingPunct="1"/>
            <a:r>
              <a:rPr lang="pt-BR" dirty="0"/>
              <a:t>Clique para editar o título Mestre</a:t>
            </a:r>
          </a:p>
        </p:txBody>
      </p:sp>
      <p:sp>
        <p:nvSpPr>
          <p:cNvPr id="8" name="Espaço Reservado para Texto 3">
            <a:extLst>
              <a:ext uri="{FF2B5EF4-FFF2-40B4-BE49-F238E27FC236}">
                <a16:creationId xmlns:a16="http://schemas.microsoft.com/office/drawing/2014/main" id="{09D14001-821D-7384-6915-1C04B31460DE}"/>
              </a:ext>
            </a:extLst>
          </p:cNvPr>
          <p:cNvSpPr>
            <a:spLocks noGrp="1"/>
          </p:cNvSpPr>
          <p:nvPr>
            <p:ph type="body" sz="quarter" idx="10" hasCustomPrompt="1"/>
          </p:nvPr>
        </p:nvSpPr>
        <p:spPr>
          <a:xfrm>
            <a:off x="1622850" y="6671700"/>
            <a:ext cx="28800000" cy="1066800"/>
          </a:xfrm>
        </p:spPr>
        <p:txBody>
          <a:bodyPr anchor="ctr"/>
          <a:lstStyle>
            <a:lvl1pPr marL="0" indent="0" algn="ctr">
              <a:buNone/>
              <a:defRPr sz="3600" b="1">
                <a:latin typeface="Arial" panose="020B0604020202020204" pitchFamily="34" charset="0"/>
                <a:cs typeface="Arial" panose="020B0604020202020204" pitchFamily="34" charset="0"/>
              </a:defRPr>
            </a:lvl1pPr>
            <a:lvl2pPr marL="2068513" indent="0" algn="ctr">
              <a:buNone/>
              <a:defRPr sz="4000" b="1">
                <a:latin typeface="Arial" panose="020B0604020202020204" pitchFamily="34" charset="0"/>
                <a:cs typeface="Arial" panose="020B0604020202020204" pitchFamily="34" charset="0"/>
              </a:defRPr>
            </a:lvl2pPr>
            <a:lvl3pPr marL="4137025" indent="0" algn="ctr">
              <a:buNone/>
              <a:defRPr sz="4000" b="1">
                <a:latin typeface="Arial" panose="020B0604020202020204" pitchFamily="34" charset="0"/>
                <a:cs typeface="Arial" panose="020B0604020202020204" pitchFamily="34" charset="0"/>
              </a:defRPr>
            </a:lvl3pPr>
            <a:lvl4pPr marL="6205537" indent="0" algn="ctr">
              <a:buNone/>
              <a:defRPr sz="4000" b="1">
                <a:latin typeface="Arial" panose="020B0604020202020204" pitchFamily="34" charset="0"/>
                <a:cs typeface="Arial" panose="020B0604020202020204" pitchFamily="34" charset="0"/>
              </a:defRPr>
            </a:lvl4pPr>
            <a:lvl5pPr marL="8272463" indent="0" algn="ctr">
              <a:buNone/>
              <a:defRPr sz="4000" b="1">
                <a:latin typeface="Arial" panose="020B0604020202020204" pitchFamily="34" charset="0"/>
                <a:cs typeface="Arial" panose="020B0604020202020204" pitchFamily="34" charset="0"/>
              </a:defRPr>
            </a:lvl5pPr>
          </a:lstStyle>
          <a:p>
            <a:pPr lvl="0"/>
            <a:r>
              <a:rPr lang="pt-BR" dirty="0"/>
              <a:t>Clique para editar os estilos de nome dos autores Mestres</a:t>
            </a:r>
          </a:p>
        </p:txBody>
      </p:sp>
      <p:sp>
        <p:nvSpPr>
          <p:cNvPr id="9" name="Espaço Reservado para Conteúdo 7">
            <a:extLst>
              <a:ext uri="{FF2B5EF4-FFF2-40B4-BE49-F238E27FC236}">
                <a16:creationId xmlns:a16="http://schemas.microsoft.com/office/drawing/2014/main" id="{BCABD6CB-EDA5-2457-2783-4FD4A05985B3}"/>
              </a:ext>
            </a:extLst>
          </p:cNvPr>
          <p:cNvSpPr>
            <a:spLocks noGrp="1"/>
          </p:cNvSpPr>
          <p:nvPr>
            <p:ph sz="quarter" idx="26" hasCustomPrompt="1"/>
          </p:nvPr>
        </p:nvSpPr>
        <p:spPr>
          <a:xfrm>
            <a:off x="23517225" y="227014"/>
            <a:ext cx="6934200" cy="2834690"/>
          </a:xfrm>
        </p:spPr>
        <p:txBody>
          <a:bodyPr/>
          <a:lstStyle>
            <a:lvl1pPr>
              <a:defRPr/>
            </a:lvl1pPr>
          </a:lstStyle>
          <a:p>
            <a:pPr lvl="0"/>
            <a:r>
              <a:rPr lang="pt-BR" dirty="0"/>
              <a:t>Inserir a imagem</a:t>
            </a:r>
          </a:p>
        </p:txBody>
      </p:sp>
    </p:spTree>
    <p:extLst>
      <p:ext uri="{BB962C8B-B14F-4D97-AF65-F5344CB8AC3E}">
        <p14:creationId xmlns:p14="http://schemas.microsoft.com/office/powerpoint/2010/main" val="3108925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7FEBE4D5-4F81-E44F-FCBE-9CCFD9F5D7E5}"/>
              </a:ext>
            </a:extLst>
          </p:cNvPr>
          <p:cNvSpPr>
            <a:spLocks noGrp="1"/>
          </p:cNvSpPr>
          <p:nvPr>
            <p:ph idx="1" hasCustomPrompt="1"/>
          </p:nvPr>
        </p:nvSpPr>
        <p:spPr bwMode="auto">
          <a:xfrm>
            <a:off x="1114425" y="9639300"/>
            <a:ext cx="30110400" cy="1548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a:lvl1pPr>
          </a:lstStyle>
          <a:p>
            <a:pPr lvl="0"/>
            <a:r>
              <a:rPr lang="pt-BR" altLang="pt-BR" dirty="0"/>
              <a:t>CLIQUE PARA EDITAR TÍTULO</a:t>
            </a:r>
          </a:p>
        </p:txBody>
      </p:sp>
      <p:sp>
        <p:nvSpPr>
          <p:cNvPr id="4" name="Rectangle 3">
            <a:extLst>
              <a:ext uri="{FF2B5EF4-FFF2-40B4-BE49-F238E27FC236}">
                <a16:creationId xmlns:a16="http://schemas.microsoft.com/office/drawing/2014/main" id="{7BB3A88C-4710-BC51-1BFB-038B1AB71DEC}"/>
              </a:ext>
            </a:extLst>
          </p:cNvPr>
          <p:cNvSpPr>
            <a:spLocks noGrp="1"/>
          </p:cNvSpPr>
          <p:nvPr>
            <p:ph idx="13" hasCustomPrompt="1"/>
          </p:nvPr>
        </p:nvSpPr>
        <p:spPr bwMode="auto">
          <a:xfrm>
            <a:off x="1114425" y="11187698"/>
            <a:ext cx="30110400" cy="1407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a:defRPr sz="3200"/>
            </a:lvl1pPr>
          </a:lstStyle>
          <a:p>
            <a:pPr lvl="0"/>
            <a:r>
              <a:rPr lang="pt-BR" altLang="pt-BR" dirty="0"/>
              <a:t>CLIQUE PARA EDITAR TEXTO,</a:t>
            </a:r>
          </a:p>
        </p:txBody>
      </p:sp>
      <p:sp>
        <p:nvSpPr>
          <p:cNvPr id="2" name="Título 1">
            <a:extLst>
              <a:ext uri="{FF2B5EF4-FFF2-40B4-BE49-F238E27FC236}">
                <a16:creationId xmlns:a16="http://schemas.microsoft.com/office/drawing/2014/main" id="{C4E6C904-334F-2FAC-6A19-589D60AFF9D2}"/>
              </a:ext>
            </a:extLst>
          </p:cNvPr>
          <p:cNvSpPr>
            <a:spLocks noGrp="1"/>
          </p:cNvSpPr>
          <p:nvPr>
            <p:ph type="title"/>
          </p:nvPr>
        </p:nvSpPr>
        <p:spPr>
          <a:xfrm>
            <a:off x="1146825" y="3543300"/>
            <a:ext cx="30110400" cy="2214000"/>
          </a:xfrm>
          <a:prstGeom prst="rect">
            <a:avLst/>
          </a:prstGeom>
        </p:spPr>
        <p:txBody>
          <a:bodyPr anchor="ctr">
            <a:normAutofit fontScale="97500"/>
          </a:bodyPr>
          <a:lstStyle>
            <a:lvl1pPr>
              <a:defRPr lang="pt-BR" sz="6000" b="1" kern="1200">
                <a:latin typeface="Arial" panose="020B0604020202020204" pitchFamily="34" charset="0"/>
                <a:ea typeface="Geneva" panose="020B0503030404040204" pitchFamily="124" charset="-128"/>
                <a:cs typeface="Arial" panose="020B0604020202020204" pitchFamily="34" charset="0"/>
              </a:defRPr>
            </a:lvl1pPr>
          </a:lstStyle>
          <a:p>
            <a:pPr lvl="0" eaLnBrk="1" hangingPunct="1"/>
            <a:r>
              <a:rPr lang="pt-BR" dirty="0"/>
              <a:t>Clique para editar o título Mestre</a:t>
            </a:r>
          </a:p>
        </p:txBody>
      </p:sp>
      <p:sp>
        <p:nvSpPr>
          <p:cNvPr id="8" name="Espaço Reservado para Texto 3">
            <a:extLst>
              <a:ext uri="{FF2B5EF4-FFF2-40B4-BE49-F238E27FC236}">
                <a16:creationId xmlns:a16="http://schemas.microsoft.com/office/drawing/2014/main" id="{036E3B08-7F29-2AB5-F439-59E4499B29CD}"/>
              </a:ext>
            </a:extLst>
          </p:cNvPr>
          <p:cNvSpPr>
            <a:spLocks noGrp="1"/>
          </p:cNvSpPr>
          <p:nvPr>
            <p:ph type="body" sz="quarter" idx="10" hasCustomPrompt="1"/>
          </p:nvPr>
        </p:nvSpPr>
        <p:spPr>
          <a:xfrm>
            <a:off x="1622850" y="6671700"/>
            <a:ext cx="28800000" cy="1066800"/>
          </a:xfrm>
        </p:spPr>
        <p:txBody>
          <a:bodyPr anchor="ctr"/>
          <a:lstStyle>
            <a:lvl1pPr marL="0" indent="0" algn="ctr">
              <a:buNone/>
              <a:defRPr sz="3600" b="1">
                <a:latin typeface="Arial" panose="020B0604020202020204" pitchFamily="34" charset="0"/>
                <a:cs typeface="Arial" panose="020B0604020202020204" pitchFamily="34" charset="0"/>
              </a:defRPr>
            </a:lvl1pPr>
            <a:lvl2pPr marL="2068513" indent="0" algn="ctr">
              <a:buNone/>
              <a:defRPr sz="4000" b="1">
                <a:latin typeface="Arial" panose="020B0604020202020204" pitchFamily="34" charset="0"/>
                <a:cs typeface="Arial" panose="020B0604020202020204" pitchFamily="34" charset="0"/>
              </a:defRPr>
            </a:lvl2pPr>
            <a:lvl3pPr marL="4137025" indent="0" algn="ctr">
              <a:buNone/>
              <a:defRPr sz="4000" b="1">
                <a:latin typeface="Arial" panose="020B0604020202020204" pitchFamily="34" charset="0"/>
                <a:cs typeface="Arial" panose="020B0604020202020204" pitchFamily="34" charset="0"/>
              </a:defRPr>
            </a:lvl3pPr>
            <a:lvl4pPr marL="6205537" indent="0" algn="ctr">
              <a:buNone/>
              <a:defRPr sz="4000" b="1">
                <a:latin typeface="Arial" panose="020B0604020202020204" pitchFamily="34" charset="0"/>
                <a:cs typeface="Arial" panose="020B0604020202020204" pitchFamily="34" charset="0"/>
              </a:defRPr>
            </a:lvl4pPr>
            <a:lvl5pPr marL="8272463" indent="0" algn="ctr">
              <a:buNone/>
              <a:defRPr sz="4000" b="1">
                <a:latin typeface="Arial" panose="020B0604020202020204" pitchFamily="34" charset="0"/>
                <a:cs typeface="Arial" panose="020B0604020202020204" pitchFamily="34" charset="0"/>
              </a:defRPr>
            </a:lvl5pPr>
          </a:lstStyle>
          <a:p>
            <a:pPr lvl="0"/>
            <a:r>
              <a:rPr lang="pt-BR" dirty="0"/>
              <a:t>Clique para editar os estilos de nome dos autores Mestres</a:t>
            </a:r>
          </a:p>
        </p:txBody>
      </p:sp>
      <p:sp>
        <p:nvSpPr>
          <p:cNvPr id="9" name="Espaço Reservado para Conteúdo 7">
            <a:extLst>
              <a:ext uri="{FF2B5EF4-FFF2-40B4-BE49-F238E27FC236}">
                <a16:creationId xmlns:a16="http://schemas.microsoft.com/office/drawing/2014/main" id="{BF297E98-5ED9-B2D0-5847-640702FAB748}"/>
              </a:ext>
            </a:extLst>
          </p:cNvPr>
          <p:cNvSpPr>
            <a:spLocks noGrp="1"/>
          </p:cNvSpPr>
          <p:nvPr>
            <p:ph sz="quarter" idx="26" hasCustomPrompt="1"/>
          </p:nvPr>
        </p:nvSpPr>
        <p:spPr>
          <a:xfrm>
            <a:off x="23517225" y="227014"/>
            <a:ext cx="6934200" cy="2834690"/>
          </a:xfrm>
        </p:spPr>
        <p:txBody>
          <a:bodyPr/>
          <a:lstStyle>
            <a:lvl1pPr>
              <a:defRPr/>
            </a:lvl1pPr>
          </a:lstStyle>
          <a:p>
            <a:pPr lvl="0"/>
            <a:r>
              <a:rPr lang="pt-BR" dirty="0"/>
              <a:t>Inserir a imagem</a:t>
            </a:r>
          </a:p>
        </p:txBody>
      </p:sp>
      <p:sp>
        <p:nvSpPr>
          <p:cNvPr id="11" name="Espaço Reservado para Imagem 13">
            <a:extLst>
              <a:ext uri="{FF2B5EF4-FFF2-40B4-BE49-F238E27FC236}">
                <a16:creationId xmlns:a16="http://schemas.microsoft.com/office/drawing/2014/main" id="{D2ECB006-F810-9594-8C9B-3F0F88E9240F}"/>
              </a:ext>
            </a:extLst>
          </p:cNvPr>
          <p:cNvSpPr>
            <a:spLocks noGrp="1"/>
          </p:cNvSpPr>
          <p:nvPr>
            <p:ph type="pic" sz="quarter" idx="16"/>
          </p:nvPr>
        </p:nvSpPr>
        <p:spPr>
          <a:xfrm>
            <a:off x="4962525" y="27508200"/>
            <a:ext cx="22479000" cy="8382000"/>
          </a:xfrm>
        </p:spPr>
        <p:txBody>
          <a:bodyPr/>
          <a:lstStyle/>
          <a:p>
            <a:endParaRPr lang="pt-BR"/>
          </a:p>
        </p:txBody>
      </p:sp>
      <p:sp>
        <p:nvSpPr>
          <p:cNvPr id="12" name="Espaço Reservado para Texto 18">
            <a:extLst>
              <a:ext uri="{FF2B5EF4-FFF2-40B4-BE49-F238E27FC236}">
                <a16:creationId xmlns:a16="http://schemas.microsoft.com/office/drawing/2014/main" id="{D376FE21-3975-7B59-2855-6D02E09AF5DA}"/>
              </a:ext>
            </a:extLst>
          </p:cNvPr>
          <p:cNvSpPr>
            <a:spLocks noGrp="1"/>
          </p:cNvSpPr>
          <p:nvPr>
            <p:ph type="body" sz="quarter" idx="21" hasCustomPrompt="1"/>
          </p:nvPr>
        </p:nvSpPr>
        <p:spPr>
          <a:xfrm>
            <a:off x="4962525" y="35928300"/>
            <a:ext cx="14759999" cy="1066800"/>
          </a:xfrm>
        </p:spPr>
        <p:txBody>
          <a:bodyPr/>
          <a:lstStyle>
            <a:lvl1pPr marL="0" marR="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sz="2400" b="0"/>
            </a:lvl1pPr>
            <a:lvl2pPr marL="0" indent="0" algn="l">
              <a:buFont typeface="Arial" panose="020B0604020202020204" pitchFamily="34" charset="0"/>
              <a:buNone/>
              <a:defRPr/>
            </a:lvl2pPr>
            <a:lvl3pPr marL="1698625" indent="0" algn="l">
              <a:buFont typeface="Arial" panose="020B0604020202020204" pitchFamily="34" charset="0"/>
              <a:buNone/>
              <a:defRPr/>
            </a:lvl3pPr>
            <a:lvl4pPr marL="1698625" indent="0" algn="l">
              <a:buFont typeface="Arial" panose="020B0604020202020204" pitchFamily="34" charset="0"/>
              <a:buNone/>
              <a:defRPr/>
            </a:lvl4pPr>
            <a:lvl5pPr marL="1698625" indent="0" algn="l">
              <a:buFont typeface="Arial" panose="020B0604020202020204" pitchFamily="34" charset="0"/>
              <a:buNone/>
              <a:defRPr/>
            </a:lvl5pPr>
          </a:lstStyle>
          <a:p>
            <a:pPr lvl="0"/>
            <a:r>
              <a:rPr lang="pt-BR" dirty="0"/>
              <a:t>Clique para editar o título e a fonte da imagem</a:t>
            </a:r>
          </a:p>
        </p:txBody>
      </p:sp>
    </p:spTree>
    <p:extLst>
      <p:ext uri="{BB962C8B-B14F-4D97-AF65-F5344CB8AC3E}">
        <p14:creationId xmlns:p14="http://schemas.microsoft.com/office/powerpoint/2010/main" val="3506423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Layout Hea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E0F47BB6-6150-E97E-E152-FAE9875B80AF}"/>
              </a:ext>
            </a:extLst>
          </p:cNvPr>
          <p:cNvSpPr>
            <a:spLocks noGrp="1"/>
          </p:cNvSpPr>
          <p:nvPr>
            <p:ph type="title"/>
          </p:nvPr>
        </p:nvSpPr>
        <p:spPr>
          <a:xfrm>
            <a:off x="1146825" y="3543300"/>
            <a:ext cx="30110400" cy="2214000"/>
          </a:xfrm>
          <a:prstGeom prst="rect">
            <a:avLst/>
          </a:prstGeom>
        </p:spPr>
        <p:txBody>
          <a:bodyPr anchor="ctr">
            <a:normAutofit fontScale="97500"/>
          </a:bodyPr>
          <a:lstStyle>
            <a:lvl1pPr>
              <a:defRPr lang="pt-BR" sz="6000" b="1" kern="1200">
                <a:latin typeface="Arial" panose="020B0604020202020204" pitchFamily="34" charset="0"/>
                <a:ea typeface="Geneva" panose="020B0503030404040204" pitchFamily="124" charset="-128"/>
                <a:cs typeface="Arial" panose="020B0604020202020204" pitchFamily="34" charset="0"/>
              </a:defRPr>
            </a:lvl1pPr>
          </a:lstStyle>
          <a:p>
            <a:pPr lvl="0" eaLnBrk="1" hangingPunct="1"/>
            <a:r>
              <a:rPr lang="pt-BR" dirty="0"/>
              <a:t>Clique para editar o título Mestre</a:t>
            </a:r>
          </a:p>
        </p:txBody>
      </p:sp>
      <p:sp>
        <p:nvSpPr>
          <p:cNvPr id="5" name="Espaço Reservado para Texto 3">
            <a:extLst>
              <a:ext uri="{FF2B5EF4-FFF2-40B4-BE49-F238E27FC236}">
                <a16:creationId xmlns:a16="http://schemas.microsoft.com/office/drawing/2014/main" id="{A0F6CA27-CBF2-A6B5-ED03-7614E282EDD2}"/>
              </a:ext>
            </a:extLst>
          </p:cNvPr>
          <p:cNvSpPr>
            <a:spLocks noGrp="1"/>
          </p:cNvSpPr>
          <p:nvPr>
            <p:ph type="body" sz="quarter" idx="10" hasCustomPrompt="1"/>
          </p:nvPr>
        </p:nvSpPr>
        <p:spPr>
          <a:xfrm>
            <a:off x="1622850" y="6671700"/>
            <a:ext cx="28800000" cy="1066800"/>
          </a:xfrm>
        </p:spPr>
        <p:txBody>
          <a:bodyPr anchor="ctr"/>
          <a:lstStyle>
            <a:lvl1pPr marL="0" indent="0" algn="ctr">
              <a:buNone/>
              <a:defRPr sz="3600" b="1">
                <a:latin typeface="Arial" panose="020B0604020202020204" pitchFamily="34" charset="0"/>
                <a:cs typeface="Arial" panose="020B0604020202020204" pitchFamily="34" charset="0"/>
              </a:defRPr>
            </a:lvl1pPr>
            <a:lvl2pPr marL="2068513" indent="0" algn="ctr">
              <a:buNone/>
              <a:defRPr sz="4000" b="1">
                <a:latin typeface="Arial" panose="020B0604020202020204" pitchFamily="34" charset="0"/>
                <a:cs typeface="Arial" panose="020B0604020202020204" pitchFamily="34" charset="0"/>
              </a:defRPr>
            </a:lvl2pPr>
            <a:lvl3pPr marL="4137025" indent="0" algn="ctr">
              <a:buNone/>
              <a:defRPr sz="4000" b="1">
                <a:latin typeface="Arial" panose="020B0604020202020204" pitchFamily="34" charset="0"/>
                <a:cs typeface="Arial" panose="020B0604020202020204" pitchFamily="34" charset="0"/>
              </a:defRPr>
            </a:lvl3pPr>
            <a:lvl4pPr marL="6205537" indent="0" algn="ctr">
              <a:buNone/>
              <a:defRPr sz="4000" b="1">
                <a:latin typeface="Arial" panose="020B0604020202020204" pitchFamily="34" charset="0"/>
                <a:cs typeface="Arial" panose="020B0604020202020204" pitchFamily="34" charset="0"/>
              </a:defRPr>
            </a:lvl4pPr>
            <a:lvl5pPr marL="8272463" indent="0" algn="ctr">
              <a:buNone/>
              <a:defRPr sz="4000" b="1">
                <a:latin typeface="Arial" panose="020B0604020202020204" pitchFamily="34" charset="0"/>
                <a:cs typeface="Arial" panose="020B0604020202020204" pitchFamily="34" charset="0"/>
              </a:defRPr>
            </a:lvl5pPr>
          </a:lstStyle>
          <a:p>
            <a:pPr lvl="0"/>
            <a:r>
              <a:rPr lang="pt-BR" dirty="0"/>
              <a:t>Clique para editar os estilos de nome dos autores Mestres</a:t>
            </a:r>
          </a:p>
        </p:txBody>
      </p:sp>
      <p:sp>
        <p:nvSpPr>
          <p:cNvPr id="8" name="Espaço Reservado para Conteúdo 7">
            <a:extLst>
              <a:ext uri="{FF2B5EF4-FFF2-40B4-BE49-F238E27FC236}">
                <a16:creationId xmlns:a16="http://schemas.microsoft.com/office/drawing/2014/main" id="{30673370-DC09-EAF2-471F-30B7CC355BAA}"/>
              </a:ext>
            </a:extLst>
          </p:cNvPr>
          <p:cNvSpPr>
            <a:spLocks noGrp="1"/>
          </p:cNvSpPr>
          <p:nvPr>
            <p:ph sz="quarter" idx="26" hasCustomPrompt="1"/>
          </p:nvPr>
        </p:nvSpPr>
        <p:spPr>
          <a:xfrm>
            <a:off x="23517225" y="227014"/>
            <a:ext cx="6934200" cy="2834690"/>
          </a:xfrm>
        </p:spPr>
        <p:txBody>
          <a:bodyPr/>
          <a:lstStyle>
            <a:lvl1pPr>
              <a:defRPr/>
            </a:lvl1pPr>
          </a:lstStyle>
          <a:p>
            <a:pPr lvl="0"/>
            <a:r>
              <a:rPr lang="pt-BR" dirty="0"/>
              <a:t>Inserir a imagem</a:t>
            </a:r>
          </a:p>
        </p:txBody>
      </p:sp>
    </p:spTree>
    <p:extLst>
      <p:ext uri="{BB962C8B-B14F-4D97-AF65-F5344CB8AC3E}">
        <p14:creationId xmlns:p14="http://schemas.microsoft.com/office/powerpoint/2010/main" val="1650013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image" Target="../media/image8.png"/><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 Id="rId1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1847F8E1-172B-ED00-F67E-034FD077E90F}"/>
              </a:ext>
            </a:extLst>
          </p:cNvPr>
          <p:cNvSpPr>
            <a:spLocks noGrp="1"/>
          </p:cNvSpPr>
          <p:nvPr>
            <p:ph type="body" idx="1"/>
          </p:nvPr>
        </p:nvSpPr>
        <p:spPr bwMode="auto">
          <a:xfrm>
            <a:off x="1185862" y="9462668"/>
            <a:ext cx="30138188" cy="3061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p>
            <a:pPr lvl="0"/>
            <a:r>
              <a:rPr lang="pt-BR" altLang="pt-BR" dirty="0"/>
              <a:t>CLIQUE PARA EDITAR OS ESTILOS DO TEXTO MESTRE</a:t>
            </a:r>
          </a:p>
          <a:p>
            <a:pPr lvl="1"/>
            <a:r>
              <a:rPr lang="pt-BR" altLang="pt-BR" dirty="0"/>
              <a:t>Segundo nível</a:t>
            </a:r>
          </a:p>
        </p:txBody>
      </p:sp>
      <p:sp>
        <p:nvSpPr>
          <p:cNvPr id="3" name="Retângulo 2">
            <a:extLst>
              <a:ext uri="{FF2B5EF4-FFF2-40B4-BE49-F238E27FC236}">
                <a16:creationId xmlns:a16="http://schemas.microsoft.com/office/drawing/2014/main" id="{6B0A9C64-228D-8003-1F01-6EB9459EA87F}"/>
              </a:ext>
            </a:extLst>
          </p:cNvPr>
          <p:cNvSpPr/>
          <p:nvPr/>
        </p:nvSpPr>
        <p:spPr>
          <a:xfrm>
            <a:off x="0" y="40486013"/>
            <a:ext cx="32404050" cy="85248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a:lstStyle/>
          <a:p>
            <a:pPr algn="l">
              <a:defRPr/>
            </a:pPr>
            <a:r>
              <a:rPr lang="pt-BR" sz="4000" b="1" dirty="0">
                <a:solidFill>
                  <a:srgbClr val="002060"/>
                </a:solidFill>
                <a:latin typeface="Arial" panose="020B0604020202020204" pitchFamily="34" charset="0"/>
                <a:cs typeface="Arial" panose="020B0604020202020204" pitchFamily="34" charset="0"/>
              </a:rPr>
              <a:t>	Realização												Organização											Apoio</a:t>
            </a:r>
          </a:p>
        </p:txBody>
      </p:sp>
      <p:cxnSp>
        <p:nvCxnSpPr>
          <p:cNvPr id="7" name="Conector reto 6">
            <a:extLst>
              <a:ext uri="{FF2B5EF4-FFF2-40B4-BE49-F238E27FC236}">
                <a16:creationId xmlns:a16="http://schemas.microsoft.com/office/drawing/2014/main" id="{DB65C1A2-639F-6688-EFB9-91B645D59486}"/>
              </a:ext>
            </a:extLst>
          </p:cNvPr>
          <p:cNvCxnSpPr/>
          <p:nvPr/>
        </p:nvCxnSpPr>
        <p:spPr>
          <a:xfrm>
            <a:off x="0" y="40347900"/>
            <a:ext cx="3240405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Retângulo 7">
            <a:extLst>
              <a:ext uri="{FF2B5EF4-FFF2-40B4-BE49-F238E27FC236}">
                <a16:creationId xmlns:a16="http://schemas.microsoft.com/office/drawing/2014/main" id="{76AB6E18-F94C-2223-2D74-50366CC2D0F6}"/>
              </a:ext>
            </a:extLst>
          </p:cNvPr>
          <p:cNvSpPr/>
          <p:nvPr userDrawn="1"/>
        </p:nvSpPr>
        <p:spPr>
          <a:xfrm>
            <a:off x="0" y="3314700"/>
            <a:ext cx="32404050" cy="5532437"/>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pt-BR"/>
          </a:p>
        </p:txBody>
      </p:sp>
      <p:pic>
        <p:nvPicPr>
          <p:cNvPr id="1033" name="Imagem 8" descr="Logotipo&#10;&#10;O conteúdo gerado por IA pode estar incorreto.">
            <a:extLst>
              <a:ext uri="{FF2B5EF4-FFF2-40B4-BE49-F238E27FC236}">
                <a16:creationId xmlns:a16="http://schemas.microsoft.com/office/drawing/2014/main" id="{1148C815-38D5-B35E-403E-FAB2A623BF4B}"/>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 y="221169"/>
            <a:ext cx="15880231" cy="28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Imagem 9">
            <a:extLst>
              <a:ext uri="{FF2B5EF4-FFF2-40B4-BE49-F238E27FC236}">
                <a16:creationId xmlns:a16="http://schemas.microsoft.com/office/drawing/2014/main" id="{9E1EAD82-2EB2-A3F5-0EFE-87D045548A0C}"/>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7093863" y="41455975"/>
            <a:ext cx="442436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m 3">
            <a:extLst>
              <a:ext uri="{FF2B5EF4-FFF2-40B4-BE49-F238E27FC236}">
                <a16:creationId xmlns:a16="http://schemas.microsoft.com/office/drawing/2014/main" id="{48BBB783-9811-D19C-2913-78B76FD6376C}"/>
              </a:ext>
            </a:extLst>
          </p:cNvPr>
          <p:cNvPicPr>
            <a:picLocks noChangeAspect="1"/>
          </p:cNvPicPr>
          <p:nvPr userDrawn="1"/>
        </p:nvPicPr>
        <p:blipFill>
          <a:blip r:embed="rId10"/>
          <a:stretch>
            <a:fillRect/>
          </a:stretch>
        </p:blipFill>
        <p:spPr>
          <a:xfrm>
            <a:off x="1343025" y="41130830"/>
            <a:ext cx="2340000" cy="2340000"/>
          </a:xfrm>
          <a:prstGeom prst="rect">
            <a:avLst/>
          </a:prstGeom>
        </p:spPr>
      </p:pic>
      <p:grpSp>
        <p:nvGrpSpPr>
          <p:cNvPr id="35" name="Agrupar 34">
            <a:extLst>
              <a:ext uri="{FF2B5EF4-FFF2-40B4-BE49-F238E27FC236}">
                <a16:creationId xmlns:a16="http://schemas.microsoft.com/office/drawing/2014/main" id="{334F6923-29C7-CF12-B31C-A7F734F4C697}"/>
              </a:ext>
            </a:extLst>
          </p:cNvPr>
          <p:cNvGrpSpPr/>
          <p:nvPr userDrawn="1"/>
        </p:nvGrpSpPr>
        <p:grpSpPr>
          <a:xfrm>
            <a:off x="9943875" y="41186100"/>
            <a:ext cx="12516300" cy="2020200"/>
            <a:chOff x="6409425" y="41204069"/>
            <a:chExt cx="12516300" cy="2020200"/>
          </a:xfrm>
        </p:grpSpPr>
        <p:pic>
          <p:nvPicPr>
            <p:cNvPr id="6" name="Imagem 5">
              <a:extLst>
                <a:ext uri="{FF2B5EF4-FFF2-40B4-BE49-F238E27FC236}">
                  <a16:creationId xmlns:a16="http://schemas.microsoft.com/office/drawing/2014/main" id="{CB652F99-CC3E-92AA-E924-E146760FA4D5}"/>
                </a:ext>
              </a:extLst>
            </p:cNvPr>
            <p:cNvPicPr>
              <a:picLocks noChangeAspect="1"/>
            </p:cNvPicPr>
            <p:nvPr userDrawn="1"/>
          </p:nvPicPr>
          <p:blipFill>
            <a:blip r:embed="rId11"/>
            <a:stretch>
              <a:fillRect/>
            </a:stretch>
          </p:blipFill>
          <p:spPr>
            <a:xfrm>
              <a:off x="17629725" y="41563541"/>
              <a:ext cx="1296000" cy="1296000"/>
            </a:xfrm>
            <a:prstGeom prst="rect">
              <a:avLst/>
            </a:prstGeom>
          </p:spPr>
        </p:pic>
        <p:pic>
          <p:nvPicPr>
            <p:cNvPr id="12" name="Imagem 11">
              <a:extLst>
                <a:ext uri="{FF2B5EF4-FFF2-40B4-BE49-F238E27FC236}">
                  <a16:creationId xmlns:a16="http://schemas.microsoft.com/office/drawing/2014/main" id="{1075DD7E-BAE3-6666-2763-AF9DAB25A7E1}"/>
                </a:ext>
              </a:extLst>
            </p:cNvPr>
            <p:cNvPicPr>
              <a:picLocks noChangeAspect="1"/>
            </p:cNvPicPr>
            <p:nvPr userDrawn="1"/>
          </p:nvPicPr>
          <p:blipFill>
            <a:blip r:embed="rId12"/>
            <a:stretch>
              <a:fillRect/>
            </a:stretch>
          </p:blipFill>
          <p:spPr>
            <a:xfrm>
              <a:off x="12286127" y="41460269"/>
              <a:ext cx="2985535" cy="1764000"/>
            </a:xfrm>
            <a:prstGeom prst="rect">
              <a:avLst/>
            </a:prstGeom>
          </p:spPr>
        </p:pic>
        <p:pic>
          <p:nvPicPr>
            <p:cNvPr id="16" name="Imagem 15">
              <a:extLst>
                <a:ext uri="{FF2B5EF4-FFF2-40B4-BE49-F238E27FC236}">
                  <a16:creationId xmlns:a16="http://schemas.microsoft.com/office/drawing/2014/main" id="{33E9BDE7-00CA-857B-F0DC-77C6D33EBBE5}"/>
                </a:ext>
              </a:extLst>
            </p:cNvPr>
            <p:cNvPicPr>
              <a:picLocks noChangeAspect="1"/>
            </p:cNvPicPr>
            <p:nvPr userDrawn="1"/>
          </p:nvPicPr>
          <p:blipFill>
            <a:blip r:embed="rId13"/>
            <a:stretch>
              <a:fillRect/>
            </a:stretch>
          </p:blipFill>
          <p:spPr>
            <a:xfrm>
              <a:off x="8536250" y="41760830"/>
              <a:ext cx="3567052" cy="1080000"/>
            </a:xfrm>
            <a:prstGeom prst="rect">
              <a:avLst/>
            </a:prstGeom>
          </p:spPr>
        </p:pic>
        <p:pic>
          <p:nvPicPr>
            <p:cNvPr id="24" name="Imagem 23">
              <a:extLst>
                <a:ext uri="{FF2B5EF4-FFF2-40B4-BE49-F238E27FC236}">
                  <a16:creationId xmlns:a16="http://schemas.microsoft.com/office/drawing/2014/main" id="{98DF3D15-0B7A-CFD0-47DA-357FAD6E8AA6}"/>
                </a:ext>
              </a:extLst>
            </p:cNvPr>
            <p:cNvPicPr>
              <a:picLocks noChangeAspect="1"/>
            </p:cNvPicPr>
            <p:nvPr userDrawn="1"/>
          </p:nvPicPr>
          <p:blipFill>
            <a:blip r:embed="rId14"/>
            <a:stretch>
              <a:fillRect/>
            </a:stretch>
          </p:blipFill>
          <p:spPr>
            <a:xfrm>
              <a:off x="15454487" y="41347141"/>
              <a:ext cx="1895513" cy="1440000"/>
            </a:xfrm>
            <a:prstGeom prst="rect">
              <a:avLst/>
            </a:prstGeom>
          </p:spPr>
        </p:pic>
        <p:grpSp>
          <p:nvGrpSpPr>
            <p:cNvPr id="34" name="Agrupar 33">
              <a:extLst>
                <a:ext uri="{FF2B5EF4-FFF2-40B4-BE49-F238E27FC236}">
                  <a16:creationId xmlns:a16="http://schemas.microsoft.com/office/drawing/2014/main" id="{BC961265-EF61-402B-4476-213DED2F55A3}"/>
                </a:ext>
              </a:extLst>
            </p:cNvPr>
            <p:cNvGrpSpPr/>
            <p:nvPr userDrawn="1"/>
          </p:nvGrpSpPr>
          <p:grpSpPr>
            <a:xfrm>
              <a:off x="6409425" y="41204069"/>
              <a:ext cx="1944000" cy="1810831"/>
              <a:chOff x="6333225" y="41024700"/>
              <a:chExt cx="1944000" cy="1810831"/>
            </a:xfrm>
          </p:grpSpPr>
          <p:pic>
            <p:nvPicPr>
              <p:cNvPr id="28" name="Imagem 27">
                <a:extLst>
                  <a:ext uri="{FF2B5EF4-FFF2-40B4-BE49-F238E27FC236}">
                    <a16:creationId xmlns:a16="http://schemas.microsoft.com/office/drawing/2014/main" id="{DB696F69-1FF3-317D-0570-5EC62B129764}"/>
                  </a:ext>
                </a:extLst>
              </p:cNvPr>
              <p:cNvPicPr>
                <a:picLocks noChangeAspect="1"/>
              </p:cNvPicPr>
              <p:nvPr userDrawn="1"/>
            </p:nvPicPr>
            <p:blipFill>
              <a:blip r:embed="rId15"/>
              <a:stretch>
                <a:fillRect/>
              </a:stretch>
            </p:blipFill>
            <p:spPr>
              <a:xfrm>
                <a:off x="6678868" y="41024700"/>
                <a:ext cx="1252714" cy="1152000"/>
              </a:xfrm>
              <a:prstGeom prst="rect">
                <a:avLst/>
              </a:prstGeom>
            </p:spPr>
          </p:pic>
          <p:grpSp>
            <p:nvGrpSpPr>
              <p:cNvPr id="33" name="Agrupar 32">
                <a:extLst>
                  <a:ext uri="{FF2B5EF4-FFF2-40B4-BE49-F238E27FC236}">
                    <a16:creationId xmlns:a16="http://schemas.microsoft.com/office/drawing/2014/main" id="{4AC814C2-A7E2-B7CF-8D76-066D5BBD48DD}"/>
                  </a:ext>
                </a:extLst>
              </p:cNvPr>
              <p:cNvGrpSpPr/>
              <p:nvPr userDrawn="1"/>
            </p:nvGrpSpPr>
            <p:grpSpPr>
              <a:xfrm>
                <a:off x="6333225" y="42223531"/>
                <a:ext cx="1944000" cy="612000"/>
                <a:chOff x="9568517" y="28727100"/>
                <a:chExt cx="3419578" cy="1129552"/>
              </a:xfrm>
            </p:grpSpPr>
            <p:pic>
              <p:nvPicPr>
                <p:cNvPr id="30" name="Imagem 29">
                  <a:extLst>
                    <a:ext uri="{FF2B5EF4-FFF2-40B4-BE49-F238E27FC236}">
                      <a16:creationId xmlns:a16="http://schemas.microsoft.com/office/drawing/2014/main" id="{E8D956BA-18BF-E74A-F7C4-518BD469E6E6}"/>
                    </a:ext>
                  </a:extLst>
                </p:cNvPr>
                <p:cNvPicPr>
                  <a:picLocks noChangeAspect="1"/>
                </p:cNvPicPr>
                <p:nvPr userDrawn="1"/>
              </p:nvPicPr>
              <p:blipFill>
                <a:blip r:embed="rId16"/>
                <a:srcRect l="20165" r="34875"/>
                <a:stretch>
                  <a:fillRect/>
                </a:stretch>
              </p:blipFill>
              <p:spPr>
                <a:xfrm>
                  <a:off x="9568517" y="28727100"/>
                  <a:ext cx="3419578" cy="648000"/>
                </a:xfrm>
                <a:prstGeom prst="rect">
                  <a:avLst/>
                </a:prstGeom>
              </p:spPr>
            </p:pic>
            <p:pic>
              <p:nvPicPr>
                <p:cNvPr id="32" name="Imagem 31">
                  <a:extLst>
                    <a:ext uri="{FF2B5EF4-FFF2-40B4-BE49-F238E27FC236}">
                      <a16:creationId xmlns:a16="http://schemas.microsoft.com/office/drawing/2014/main" id="{2919BBEC-F65F-9E71-F376-1DFD34B90265}"/>
                    </a:ext>
                  </a:extLst>
                </p:cNvPr>
                <p:cNvPicPr>
                  <a:picLocks noChangeAspect="1"/>
                </p:cNvPicPr>
                <p:nvPr userDrawn="1"/>
              </p:nvPicPr>
              <p:blipFill>
                <a:blip r:embed="rId16"/>
                <a:srcRect l="65166" t="-13973"/>
                <a:stretch>
                  <a:fillRect/>
                </a:stretch>
              </p:blipFill>
              <p:spPr>
                <a:xfrm>
                  <a:off x="9953625" y="29118110"/>
                  <a:ext cx="2649362" cy="738542"/>
                </a:xfrm>
                <a:prstGeom prst="rect">
                  <a:avLst/>
                </a:prstGeom>
              </p:spPr>
            </p:pic>
          </p:grpSp>
        </p:grpSp>
      </p:grpSp>
    </p:spTree>
  </p:cSld>
  <p:clrMap bg1="lt1" tx1="dk1" bg2="lt2" tx2="dk2" accent1="accent1" accent2="accent2" accent3="accent3" accent4="accent4" accent5="accent5" accent6="accent6" hlink="hlink" folHlink="folHlink"/>
  <p:sldLayoutIdLst>
    <p:sldLayoutId id="2147483662" r:id="rId1"/>
    <p:sldLayoutId id="2147483667" r:id="rId2"/>
    <p:sldLayoutId id="2147483661" r:id="rId3"/>
    <p:sldLayoutId id="2147483664" r:id="rId4"/>
    <p:sldLayoutId id="2147483666" r:id="rId5"/>
    <p:sldLayoutId id="2147483659" r:id="rId6"/>
  </p:sldLayoutIdLst>
  <p:hf sldNum="0" hdr="0" ftr="0" dt="0"/>
  <p:txStyles>
    <p:titleStyle>
      <a:lvl1pPr algn="ctr" defTabSz="4137025" rtl="0" eaLnBrk="0" fontAlgn="base" hangingPunct="0">
        <a:spcBef>
          <a:spcPct val="0"/>
        </a:spcBef>
        <a:spcAft>
          <a:spcPct val="0"/>
        </a:spcAft>
        <a:defRPr sz="19900">
          <a:solidFill>
            <a:schemeClr val="tx2"/>
          </a:solidFill>
          <a:latin typeface="+mj-lt"/>
          <a:ea typeface="+mj-ea"/>
          <a:cs typeface="+mj-cs"/>
        </a:defRPr>
      </a:lvl1pPr>
      <a:lvl2pPr algn="ctr" defTabSz="4137025" rtl="0" eaLnBrk="0" fontAlgn="base" hangingPunct="0">
        <a:spcBef>
          <a:spcPct val="0"/>
        </a:spcBef>
        <a:spcAft>
          <a:spcPct val="0"/>
        </a:spcAft>
        <a:defRPr sz="19900">
          <a:solidFill>
            <a:schemeClr val="tx2"/>
          </a:solidFill>
          <a:latin typeface="Times New Roman" panose="02020603050405020304" pitchFamily="18" charset="0"/>
        </a:defRPr>
      </a:lvl2pPr>
      <a:lvl3pPr algn="ctr" defTabSz="4137025" rtl="0" eaLnBrk="0" fontAlgn="base" hangingPunct="0">
        <a:spcBef>
          <a:spcPct val="0"/>
        </a:spcBef>
        <a:spcAft>
          <a:spcPct val="0"/>
        </a:spcAft>
        <a:defRPr sz="19900">
          <a:solidFill>
            <a:schemeClr val="tx2"/>
          </a:solidFill>
          <a:latin typeface="Times New Roman" panose="02020603050405020304" pitchFamily="18" charset="0"/>
        </a:defRPr>
      </a:lvl3pPr>
      <a:lvl4pPr algn="ctr" defTabSz="4137025" rtl="0" eaLnBrk="0" fontAlgn="base" hangingPunct="0">
        <a:spcBef>
          <a:spcPct val="0"/>
        </a:spcBef>
        <a:spcAft>
          <a:spcPct val="0"/>
        </a:spcAft>
        <a:defRPr sz="19900">
          <a:solidFill>
            <a:schemeClr val="tx2"/>
          </a:solidFill>
          <a:latin typeface="Times New Roman" panose="02020603050405020304" pitchFamily="18" charset="0"/>
        </a:defRPr>
      </a:lvl4pPr>
      <a:lvl5pPr algn="ctr" defTabSz="4137025" rtl="0" eaLnBrk="0" fontAlgn="base" hangingPunct="0">
        <a:spcBef>
          <a:spcPct val="0"/>
        </a:spcBef>
        <a:spcAft>
          <a:spcPct val="0"/>
        </a:spcAft>
        <a:defRPr sz="19900">
          <a:solidFill>
            <a:schemeClr val="tx2"/>
          </a:solidFill>
          <a:latin typeface="Times New Roman" panose="02020603050405020304" pitchFamily="18" charset="0"/>
        </a:defRPr>
      </a:lvl5pPr>
      <a:lvl6pPr marL="457200" algn="ctr" defTabSz="4137025" rtl="0" fontAlgn="base">
        <a:spcBef>
          <a:spcPct val="0"/>
        </a:spcBef>
        <a:spcAft>
          <a:spcPct val="0"/>
        </a:spcAft>
        <a:defRPr sz="19900">
          <a:solidFill>
            <a:schemeClr val="tx2"/>
          </a:solidFill>
          <a:latin typeface="Times New Roman" panose="02020603050405020304" pitchFamily="18" charset="0"/>
        </a:defRPr>
      </a:lvl6pPr>
      <a:lvl7pPr marL="914400" algn="ctr" defTabSz="4137025" rtl="0" fontAlgn="base">
        <a:spcBef>
          <a:spcPct val="0"/>
        </a:spcBef>
        <a:spcAft>
          <a:spcPct val="0"/>
        </a:spcAft>
        <a:defRPr sz="19900">
          <a:solidFill>
            <a:schemeClr val="tx2"/>
          </a:solidFill>
          <a:latin typeface="Times New Roman" panose="02020603050405020304" pitchFamily="18" charset="0"/>
        </a:defRPr>
      </a:lvl7pPr>
      <a:lvl8pPr marL="1371600" algn="ctr" defTabSz="4137025" rtl="0" fontAlgn="base">
        <a:spcBef>
          <a:spcPct val="0"/>
        </a:spcBef>
        <a:spcAft>
          <a:spcPct val="0"/>
        </a:spcAft>
        <a:defRPr sz="19900">
          <a:solidFill>
            <a:schemeClr val="tx2"/>
          </a:solidFill>
          <a:latin typeface="Times New Roman" panose="02020603050405020304" pitchFamily="18" charset="0"/>
        </a:defRPr>
      </a:lvl8pPr>
      <a:lvl9pPr marL="1828800" algn="ctr" defTabSz="4137025" rtl="0" fontAlgn="base">
        <a:spcBef>
          <a:spcPct val="0"/>
        </a:spcBef>
        <a:spcAft>
          <a:spcPct val="0"/>
        </a:spcAft>
        <a:defRPr sz="19900">
          <a:solidFill>
            <a:schemeClr val="tx2"/>
          </a:solidFill>
          <a:latin typeface="Times New Roman" panose="02020603050405020304" pitchFamily="18" charset="0"/>
        </a:defRPr>
      </a:lvl9pPr>
    </p:titleStyle>
    <p:bodyStyle>
      <a:lvl1pPr marL="0" indent="0" algn="l" defTabSz="4137025" rtl="0" eaLnBrk="0" fontAlgn="base" hangingPunct="0">
        <a:spcBef>
          <a:spcPct val="20000"/>
        </a:spcBef>
        <a:spcAft>
          <a:spcPct val="0"/>
        </a:spcAft>
        <a:buNone/>
        <a:defRPr sz="6000" b="1">
          <a:solidFill>
            <a:schemeClr val="tx1"/>
          </a:solidFill>
          <a:latin typeface="+mn-lt"/>
          <a:ea typeface="+mn-ea"/>
          <a:cs typeface="+mn-cs"/>
        </a:defRPr>
      </a:lvl1pPr>
      <a:lvl2pPr marL="0" indent="0" algn="just" defTabSz="4137025" rtl="0" eaLnBrk="0" fontAlgn="base" hangingPunct="0">
        <a:lnSpc>
          <a:spcPct val="120000"/>
        </a:lnSpc>
        <a:spcBef>
          <a:spcPts val="600"/>
        </a:spcBef>
        <a:spcAft>
          <a:spcPct val="0"/>
        </a:spcAft>
        <a:buNone/>
        <a:defRPr sz="3200">
          <a:solidFill>
            <a:schemeClr val="tx1"/>
          </a:solidFill>
          <a:latin typeface="+mn-lt"/>
        </a:defRPr>
      </a:lvl2pPr>
      <a:lvl3pPr marL="1763713" indent="-65088" algn="just" defTabSz="4137025" rtl="0" eaLnBrk="0" fontAlgn="base" hangingPunct="0">
        <a:spcBef>
          <a:spcPct val="20000"/>
        </a:spcBef>
        <a:spcAft>
          <a:spcPct val="0"/>
        </a:spcAft>
        <a:buNone/>
        <a:defRPr sz="3200">
          <a:solidFill>
            <a:schemeClr val="tx1"/>
          </a:solidFill>
          <a:latin typeface="+mn-lt"/>
        </a:defRPr>
      </a:lvl3pPr>
      <a:lvl4pPr marL="1763713" indent="-65088" algn="just" defTabSz="4137025" rtl="0" eaLnBrk="0" fontAlgn="base" hangingPunct="0">
        <a:spcBef>
          <a:spcPct val="20000"/>
        </a:spcBef>
        <a:spcAft>
          <a:spcPct val="0"/>
        </a:spcAft>
        <a:buNone/>
        <a:defRPr sz="3200">
          <a:solidFill>
            <a:schemeClr val="tx1"/>
          </a:solidFill>
          <a:latin typeface="+mn-lt"/>
        </a:defRPr>
      </a:lvl4pPr>
      <a:lvl5pPr marL="1763713" indent="-65088" algn="just" defTabSz="4137025" rtl="0" eaLnBrk="0" fontAlgn="base" hangingPunct="0">
        <a:spcBef>
          <a:spcPct val="20000"/>
        </a:spcBef>
        <a:spcAft>
          <a:spcPct val="0"/>
        </a:spcAft>
        <a:buNone/>
        <a:defRPr sz="3200">
          <a:solidFill>
            <a:schemeClr val="tx1"/>
          </a:solidFill>
          <a:latin typeface="+mn-lt"/>
        </a:defRPr>
      </a:lvl5pPr>
      <a:lvl6pPr marL="9765030" indent="-1035050" algn="l" defTabSz="4137025" rtl="0" fontAlgn="base">
        <a:spcBef>
          <a:spcPct val="20000"/>
        </a:spcBef>
        <a:spcAft>
          <a:spcPct val="0"/>
        </a:spcAft>
        <a:buChar char="»"/>
        <a:defRPr sz="9000">
          <a:solidFill>
            <a:schemeClr val="tx1"/>
          </a:solidFill>
          <a:latin typeface="+mn-lt"/>
        </a:defRPr>
      </a:lvl6pPr>
      <a:lvl7pPr marL="10222230" indent="-1035050" algn="l" defTabSz="4137025" rtl="0" fontAlgn="base">
        <a:spcBef>
          <a:spcPct val="20000"/>
        </a:spcBef>
        <a:spcAft>
          <a:spcPct val="0"/>
        </a:spcAft>
        <a:buChar char="»"/>
        <a:defRPr sz="9000">
          <a:solidFill>
            <a:schemeClr val="tx1"/>
          </a:solidFill>
          <a:latin typeface="+mn-lt"/>
        </a:defRPr>
      </a:lvl7pPr>
      <a:lvl8pPr marL="10679430" indent="-1035050" algn="l" defTabSz="4137025" rtl="0" fontAlgn="base">
        <a:spcBef>
          <a:spcPct val="20000"/>
        </a:spcBef>
        <a:spcAft>
          <a:spcPct val="0"/>
        </a:spcAft>
        <a:buChar char="»"/>
        <a:defRPr sz="9000">
          <a:solidFill>
            <a:schemeClr val="tx1"/>
          </a:solidFill>
          <a:latin typeface="+mn-lt"/>
        </a:defRPr>
      </a:lvl8pPr>
      <a:lvl9pPr marL="11136630" indent="-1035050" algn="l" defTabSz="4137025" rtl="0" fontAlgn="base">
        <a:spcBef>
          <a:spcPct val="20000"/>
        </a:spcBef>
        <a:spcAft>
          <a:spcPct val="0"/>
        </a:spcAft>
        <a:buChar char="»"/>
        <a:defRPr sz="9000">
          <a:solidFill>
            <a:schemeClr val="tx1"/>
          </a:solidFill>
          <a:latin typeface="+mn-lt"/>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2.tiff"/><Relationship Id="rId4" Type="http://schemas.openxmlformats.org/officeDocument/2006/relationships/image" Target="../media/image11.tiff"/></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2.tiff"/><Relationship Id="rId4" Type="http://schemas.openxmlformats.org/officeDocument/2006/relationships/image" Target="../media/image11.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A43310-5F5E-8CA0-2CAF-466A6923375A}"/>
              </a:ext>
            </a:extLst>
          </p:cNvPr>
          <p:cNvSpPr>
            <a:spLocks noGrp="1"/>
          </p:cNvSpPr>
          <p:nvPr>
            <p:ph type="title"/>
          </p:nvPr>
        </p:nvSpPr>
        <p:spPr>
          <a:xfrm>
            <a:off x="1213650" y="3976051"/>
            <a:ext cx="30110400" cy="2214000"/>
          </a:xfrm>
          <a:prstGeom prst="rect">
            <a:avLst/>
          </a:prstGeom>
        </p:spPr>
        <p:txBody>
          <a:bodyPr>
            <a:normAutofit/>
          </a:bodyPr>
          <a:lstStyle/>
          <a:p>
            <a:r>
              <a:rPr lang="en-US" dirty="0" err="1"/>
              <a:t>Ontologia</a:t>
            </a:r>
            <a:r>
              <a:rPr lang="en-US" dirty="0"/>
              <a:t> de </a:t>
            </a:r>
            <a:r>
              <a:rPr lang="en-US" dirty="0" err="1"/>
              <a:t>Domínio</a:t>
            </a:r>
            <a:r>
              <a:rPr lang="en-US" dirty="0"/>
              <a:t> de </a:t>
            </a:r>
            <a:r>
              <a:rPr lang="en-US" dirty="0" err="1"/>
              <a:t>Licitação</a:t>
            </a:r>
            <a:r>
              <a:rPr lang="en-US" dirty="0"/>
              <a:t> Segundo a Lei 14.133 </a:t>
            </a:r>
            <a:r>
              <a:rPr lang="en-US" dirty="0" err="1"/>
              <a:t>fundamentada</a:t>
            </a:r>
            <a:r>
              <a:rPr lang="en-US" dirty="0"/>
              <a:t> </a:t>
            </a:r>
            <a:r>
              <a:rPr lang="en-US" dirty="0" err="1"/>
              <a:t>na</a:t>
            </a:r>
            <a:r>
              <a:rPr lang="en-US" dirty="0"/>
              <a:t> UFO</a:t>
            </a:r>
          </a:p>
        </p:txBody>
      </p:sp>
      <p:sp>
        <p:nvSpPr>
          <p:cNvPr id="3" name="Espaço Reservado para Texto 2">
            <a:extLst>
              <a:ext uri="{FF2B5EF4-FFF2-40B4-BE49-F238E27FC236}">
                <a16:creationId xmlns:a16="http://schemas.microsoft.com/office/drawing/2014/main" id="{7B4BF549-5329-50B5-6C13-31E34CA9AC13}"/>
              </a:ext>
            </a:extLst>
          </p:cNvPr>
          <p:cNvSpPr>
            <a:spLocks noGrp="1"/>
          </p:cNvSpPr>
          <p:nvPr>
            <p:ph type="body" sz="quarter" idx="4294967295"/>
          </p:nvPr>
        </p:nvSpPr>
        <p:spPr>
          <a:xfrm>
            <a:off x="1802025" y="6782624"/>
            <a:ext cx="28800000" cy="1832101"/>
          </a:xfrm>
        </p:spPr>
        <p:txBody>
          <a:bodyPr numCol="2"/>
          <a:lstStyle/>
          <a:p>
            <a:pPr algn="ctr"/>
            <a:r>
              <a:rPr lang="pt-BR" altLang="pt-BR" sz="3600" dirty="0">
                <a:latin typeface="+mj-lt"/>
                <a:cs typeface="Geneva" pitchFamily="34" charset="0"/>
              </a:rPr>
              <a:t>Alex Pinheiro das Graças</a:t>
            </a:r>
          </a:p>
          <a:p>
            <a:pPr algn="ctr"/>
            <a:r>
              <a:rPr lang="pt-BR" altLang="pt-BR" sz="2400" b="0" dirty="0">
                <a:cs typeface="Geneva" pitchFamily="34" charset="0"/>
              </a:rPr>
              <a:t>UTFPR, </a:t>
            </a:r>
            <a:r>
              <a:rPr lang="pt-BR" altLang="pt-BR" sz="2400" b="0" dirty="0" err="1">
                <a:cs typeface="Geneva" pitchFamily="34" charset="0"/>
              </a:rPr>
              <a:t>alexgracas@alunos.utfpr.edu.br</a:t>
            </a:r>
            <a:endParaRPr lang="pt-BR" altLang="pt-BR" sz="4400" dirty="0">
              <a:cs typeface="Geneva" pitchFamily="34" charset="0"/>
            </a:endParaRPr>
          </a:p>
          <a:p>
            <a:pPr algn="ctr"/>
            <a:r>
              <a:rPr lang="pt-BR" altLang="pt-BR" sz="3600" dirty="0">
                <a:latin typeface="+mj-lt"/>
              </a:rPr>
              <a:t>Cesar Tacla</a:t>
            </a:r>
          </a:p>
          <a:p>
            <a:pPr algn="ctr"/>
            <a:r>
              <a:rPr lang="pt-BR" altLang="pt-BR" sz="2400" b="0" dirty="0"/>
              <a:t>UTFPR, </a:t>
            </a:r>
            <a:r>
              <a:rPr lang="pt-BR" altLang="pt-BR" sz="2400" b="0" dirty="0" err="1"/>
              <a:t>tacla@utfpr.edu.br</a:t>
            </a:r>
            <a:endParaRPr lang="pt-BR" sz="3600" dirty="0">
              <a:latin typeface="+mj-lt"/>
            </a:endParaRPr>
          </a:p>
        </p:txBody>
      </p:sp>
      <p:sp>
        <p:nvSpPr>
          <p:cNvPr id="6" name="Espaço Reservado para Conteúdo 5">
            <a:extLst>
              <a:ext uri="{FF2B5EF4-FFF2-40B4-BE49-F238E27FC236}">
                <a16:creationId xmlns:a16="http://schemas.microsoft.com/office/drawing/2014/main" id="{534485CC-E69B-76E9-6B67-8EC4D7634645}"/>
              </a:ext>
            </a:extLst>
          </p:cNvPr>
          <p:cNvSpPr>
            <a:spLocks noGrp="1"/>
          </p:cNvSpPr>
          <p:nvPr>
            <p:ph idx="1"/>
          </p:nvPr>
        </p:nvSpPr>
        <p:spPr>
          <a:xfrm>
            <a:off x="1104901" y="10176686"/>
            <a:ext cx="14760000" cy="1066800"/>
          </a:xfrm>
        </p:spPr>
        <p:txBody>
          <a:bodyPr/>
          <a:lstStyle/>
          <a:p>
            <a:r>
              <a:rPr lang="pt-BR" altLang="pt-BR" dirty="0">
                <a:latin typeface="Arial" panose="020B0604020202020204" pitchFamily="34" charset="0"/>
                <a:cs typeface="Geneva" pitchFamily="34" charset="0"/>
              </a:rPr>
              <a:t>INTRODUÇÃO</a:t>
            </a:r>
          </a:p>
        </p:txBody>
      </p:sp>
      <p:sp>
        <p:nvSpPr>
          <p:cNvPr id="7" name="Espaço Reservado para Conteúdo 6">
            <a:extLst>
              <a:ext uri="{FF2B5EF4-FFF2-40B4-BE49-F238E27FC236}">
                <a16:creationId xmlns:a16="http://schemas.microsoft.com/office/drawing/2014/main" id="{7A389F5B-1DE9-AA18-9382-456F0C638FB9}"/>
              </a:ext>
            </a:extLst>
          </p:cNvPr>
          <p:cNvSpPr>
            <a:spLocks noGrp="1"/>
          </p:cNvSpPr>
          <p:nvPr>
            <p:ph idx="13"/>
          </p:nvPr>
        </p:nvSpPr>
        <p:spPr>
          <a:xfrm>
            <a:off x="1102225" y="11256186"/>
            <a:ext cx="14760000" cy="12777203"/>
          </a:xfrm>
        </p:spPr>
        <p:txBody>
          <a:bodyPr/>
          <a:lstStyle/>
          <a:p>
            <a:pPr algn="just"/>
            <a:r>
              <a:rPr lang="pt-BR" altLang="pt-BR" sz="2700" b="0" dirty="0">
                <a:latin typeface="Arial" panose="020B0604020202020204" pitchFamily="34" charset="0"/>
                <a:cs typeface="Geneva" pitchFamily="34" charset="0"/>
              </a:rPr>
              <a:t>Compras e contratações são atividades essenciais a organizações públicas e de suma importância para muitas empresas privadas. No entanto, a licitação governamental envolve uma legislação específica e complexa, uma grande quantidade de procedimentos que torna o processo licitatório moroso e complexo [1]. </a:t>
            </a:r>
          </a:p>
          <a:p>
            <a:pPr algn="just"/>
            <a:r>
              <a:rPr lang="pt-BR" altLang="pt-BR" sz="2700" b="0" dirty="0">
                <a:latin typeface="Arial" panose="020B0604020202020204" pitchFamily="34" charset="0"/>
                <a:cs typeface="Geneva" pitchFamily="34" charset="0"/>
              </a:rPr>
              <a:t>Esta morosidade no processo licitatório muitas vezes é uma consequência direta da sua complexidade e agravada pela falta de conhecimento ou concordância pelos entes envolvidos no processo licitatório. Não é incomum que pessoas envolvidas no processo desconheçam os documentos necessários em cada fase da licitação, os requisitos e informações obrigatórias, o que pode levar tramitações indevidas e repetitivas entre diferentes setores do órgão governamental com aumento considerável do retrabalho. </a:t>
            </a:r>
          </a:p>
          <a:p>
            <a:pPr algn="just"/>
            <a:r>
              <a:rPr lang="pt-BR" altLang="pt-BR" sz="2700" b="0" dirty="0">
                <a:latin typeface="Arial" panose="020B0604020202020204" pitchFamily="34" charset="0"/>
                <a:cs typeface="Geneva" pitchFamily="34" charset="0"/>
              </a:rPr>
              <a:t>Considerando a importância do processo licitatório e a possibilidade de desenvolver sistemas da informação e agentes de inteligência artificial para tornar o processo mais ágil e preciso este trabalho propõe uma ontologia para representar o conhecimento de modo preciso e sem ambiguidades. O objetivo primário desta ontologia é ser útil na representação e recuperação de conhecimentos, e na criação de sistemas de informação e modelos de inteligência artificial apoiados por grandes modelos de linguagem.</a:t>
            </a:r>
          </a:p>
          <a:p>
            <a:pPr algn="just"/>
            <a:r>
              <a:rPr lang="pt-BR" altLang="pt-BR" sz="2700" b="0" dirty="0">
                <a:latin typeface="Arial" panose="020B0604020202020204" pitchFamily="34" charset="0"/>
                <a:cs typeface="Geneva" pitchFamily="34" charset="0"/>
              </a:rPr>
              <a:t>Para garantir a qualidade da ontologia foi utilizada a metodologia </a:t>
            </a:r>
            <a:r>
              <a:rPr lang="pt-BR" altLang="pt-BR" sz="2700" b="0" dirty="0" err="1">
                <a:latin typeface="Arial" panose="020B0604020202020204" pitchFamily="34" charset="0"/>
                <a:cs typeface="Geneva" pitchFamily="34" charset="0"/>
              </a:rPr>
              <a:t>SABIOx</a:t>
            </a:r>
            <a:r>
              <a:rPr lang="pt-BR" altLang="pt-BR" sz="2700" b="0" dirty="0">
                <a:latin typeface="Arial" panose="020B0604020202020204" pitchFamily="34" charset="0"/>
                <a:cs typeface="Geneva" pitchFamily="34" charset="0"/>
              </a:rPr>
              <a:t> [2] com foco na qualidade no processo de construção. Também foi utilizada a ontologia fundacional UFO [3] e a linguagem </a:t>
            </a:r>
            <a:r>
              <a:rPr lang="pt-BR" altLang="pt-BR" sz="2700" b="0" dirty="0" err="1">
                <a:latin typeface="Arial" panose="020B0604020202020204" pitchFamily="34" charset="0"/>
                <a:cs typeface="Geneva" pitchFamily="34" charset="0"/>
              </a:rPr>
              <a:t>OntoUML</a:t>
            </a:r>
            <a:r>
              <a:rPr lang="pt-BR" altLang="pt-BR" sz="2700" b="0" dirty="0">
                <a:latin typeface="Arial" panose="020B0604020202020204" pitchFamily="34" charset="0"/>
                <a:cs typeface="Geneva" pitchFamily="34" charset="0"/>
              </a:rPr>
              <a:t>, para abordar as características de interoperabilidade semântica, explicitação dos comprometimentos ontológicos e a garantia de que o artefato final seja conceitualmente limpo e semanticamente inequívoco [4].</a:t>
            </a:r>
            <a:endParaRPr lang="pt-BR" sz="2700" b="0" dirty="0"/>
          </a:p>
        </p:txBody>
      </p:sp>
      <p:sp>
        <p:nvSpPr>
          <p:cNvPr id="10" name="Espaço Reservado para Conteúdo 9">
            <a:extLst>
              <a:ext uri="{FF2B5EF4-FFF2-40B4-BE49-F238E27FC236}">
                <a16:creationId xmlns:a16="http://schemas.microsoft.com/office/drawing/2014/main" id="{56769190-730D-D96D-2805-834F34C2F872}"/>
              </a:ext>
            </a:extLst>
          </p:cNvPr>
          <p:cNvSpPr>
            <a:spLocks noGrp="1"/>
          </p:cNvSpPr>
          <p:nvPr>
            <p:ph idx="16"/>
          </p:nvPr>
        </p:nvSpPr>
        <p:spPr>
          <a:xfrm>
            <a:off x="1102225" y="20688300"/>
            <a:ext cx="14760000" cy="1066800"/>
          </a:xfrm>
        </p:spPr>
        <p:txBody>
          <a:bodyPr/>
          <a:lstStyle/>
          <a:p>
            <a:r>
              <a:rPr lang="pt-BR" dirty="0"/>
              <a:t>METODOLOGIA</a:t>
            </a:r>
          </a:p>
        </p:txBody>
      </p:sp>
      <p:sp>
        <p:nvSpPr>
          <p:cNvPr id="11" name="Espaço Reservado para Conteúdo 10">
            <a:extLst>
              <a:ext uri="{FF2B5EF4-FFF2-40B4-BE49-F238E27FC236}">
                <a16:creationId xmlns:a16="http://schemas.microsoft.com/office/drawing/2014/main" id="{1C1BA970-0F9E-DF13-FEAA-F63228C90EA5}"/>
              </a:ext>
            </a:extLst>
          </p:cNvPr>
          <p:cNvSpPr>
            <a:spLocks noGrp="1"/>
          </p:cNvSpPr>
          <p:nvPr>
            <p:ph idx="17"/>
          </p:nvPr>
        </p:nvSpPr>
        <p:spPr>
          <a:xfrm>
            <a:off x="1124450" y="21526500"/>
            <a:ext cx="14760000" cy="6781799"/>
          </a:xfrm>
        </p:spPr>
        <p:txBody>
          <a:bodyPr/>
          <a:lstStyle/>
          <a:p>
            <a:pPr algn="just"/>
            <a:r>
              <a:rPr lang="pt-BR" altLang="pt-BR" sz="2700" b="0" dirty="0">
                <a:latin typeface="Arial" panose="020B0604020202020204" pitchFamily="34" charset="0"/>
                <a:cs typeface="Geneva" pitchFamily="34" charset="0"/>
              </a:rPr>
              <a:t>O desenvolvimento da ontologia seguiu as etapas da metodologia </a:t>
            </a:r>
            <a:r>
              <a:rPr lang="pt-BR" altLang="pt-BR" sz="2700" b="0" dirty="0" err="1">
                <a:latin typeface="Arial" panose="020B0604020202020204" pitchFamily="34" charset="0"/>
                <a:cs typeface="Geneva" pitchFamily="34" charset="0"/>
              </a:rPr>
              <a:t>SABIOx</a:t>
            </a:r>
            <a:r>
              <a:rPr lang="pt-BR" altLang="pt-BR" sz="2700" b="0" dirty="0">
                <a:latin typeface="Arial" panose="020B0604020202020204" pitchFamily="34" charset="0"/>
                <a:cs typeface="Geneva" pitchFamily="34" charset="0"/>
              </a:rPr>
              <a:t> [2]. Na fase de requisitos foi definido que a ontologia teria como propósito representar conceitos do processo licitatório realizados por agentes públicos, principalmente da esfera federal, com base na Lei 14133 [5],  e outras normas de apoio ao processo licitatório. Para que os conceitos e relações sejam claros e precisos, com o objetivo de melhorar a documentação para usuários e grandes modelos de linguagem (LLM) aumentando a eficiência e precisão do processo de representação e recuperação de dados para apoiar processos de criação, gerenciamento e auditorias do processo licitatório. Por fim, a  ontologia adota a perspectiva do governo, com foco na preparação, fiscalização e auditoria de processos licitatórios.</a:t>
            </a:r>
          </a:p>
          <a:p>
            <a:pPr algn="just"/>
            <a:r>
              <a:rPr lang="pt-BR" altLang="pt-BR" sz="2700" b="0" dirty="0">
                <a:latin typeface="Arial" panose="020B0604020202020204" pitchFamily="34" charset="0"/>
                <a:cs typeface="Geneva" pitchFamily="34" charset="0"/>
              </a:rPr>
              <a:t> </a:t>
            </a:r>
          </a:p>
          <a:p>
            <a:pPr algn="just"/>
            <a:r>
              <a:rPr lang="pt-BR" altLang="pt-BR" sz="2700" dirty="0">
                <a:latin typeface="Arial" panose="020B0604020202020204" pitchFamily="34" charset="0"/>
                <a:cs typeface="Geneva" pitchFamily="34" charset="0"/>
              </a:rPr>
              <a:t>QUESTÕES DE COMPETÊNCIA</a:t>
            </a:r>
          </a:p>
          <a:p>
            <a:pPr algn="just"/>
            <a:r>
              <a:rPr lang="pt-BR" altLang="pt-BR" sz="2700" b="0" dirty="0">
                <a:latin typeface="Arial" panose="020B0604020202020204" pitchFamily="34" charset="0"/>
                <a:cs typeface="Geneva" pitchFamily="34" charset="0"/>
              </a:rPr>
              <a:t>Para a identificação dos requisitos da ontologia, foi empregada a técnica de questões de competência. Estas foram elicitadas por meio de análise documental, entrevistas com especialistas de órgãos de esfera estadual e federal: TRT-PR, TCE-PR e SEFAZ-PR. Segue abaixo algumas perguntas de exemplo. Mais perguntas podem ser encontradas no repositório do projeto.</a:t>
            </a:r>
          </a:p>
          <a:p>
            <a:pPr algn="just"/>
            <a:r>
              <a:rPr lang="pt-BR" altLang="pt-BR" sz="2700" b="0" dirty="0">
                <a:latin typeface="Arial" panose="020B0604020202020204" pitchFamily="34" charset="0"/>
                <a:cs typeface="Geneva" pitchFamily="34" charset="0"/>
              </a:rPr>
              <a:t>QC1. Quais são as pessoas jurídicas que apresentaram propostas para a Licitação &lt;X&gt;?</a:t>
            </a:r>
          </a:p>
          <a:p>
            <a:pPr algn="just"/>
            <a:r>
              <a:rPr lang="pt-BR" altLang="pt-BR" sz="2700" b="0" dirty="0">
                <a:latin typeface="Arial" panose="020B0604020202020204" pitchFamily="34" charset="0"/>
                <a:cs typeface="Geneva" pitchFamily="34" charset="0"/>
              </a:rPr>
              <a:t>QC2. Quais foram as empresas vencedoras em licitações realizadas pelo critério de julgamento de técnica e preço?</a:t>
            </a:r>
          </a:p>
          <a:p>
            <a:pPr algn="just"/>
            <a:r>
              <a:rPr lang="pt-BR" altLang="pt-BR" sz="2700" b="0" dirty="0">
                <a:latin typeface="Arial" panose="020B0604020202020204" pitchFamily="34" charset="0"/>
                <a:cs typeface="Geneva" pitchFamily="34" charset="0"/>
              </a:rPr>
              <a:t>QC3. Quais licitações autorizadas pela Autoridade Competente &lt;X&gt;  foram realizadas por meio de Contratação Direta?</a:t>
            </a:r>
          </a:p>
          <a:p>
            <a:pPr algn="just"/>
            <a:r>
              <a:rPr lang="pt-BR" altLang="pt-BR" sz="2700" b="0" dirty="0">
                <a:latin typeface="Arial" panose="020B0604020202020204" pitchFamily="34" charset="0"/>
                <a:cs typeface="Geneva" pitchFamily="34" charset="0"/>
              </a:rPr>
              <a:t>QC4. Quais as propostas apresentados pelo licitante vencedor da Licitação &lt;X&gt; em outras  Licitações?</a:t>
            </a:r>
          </a:p>
          <a:p>
            <a:pPr algn="just"/>
            <a:r>
              <a:rPr lang="pt-BR" altLang="pt-BR" sz="2700" b="0" dirty="0">
                <a:latin typeface="Arial" panose="020B0604020202020204" pitchFamily="34" charset="0"/>
                <a:cs typeface="Geneva" pitchFamily="34" charset="0"/>
              </a:rPr>
              <a:t>QC5. Qual foi o Critério de Julgamento  utilizado durante a disputa por concorrência na Licitação &lt;X&gt;?</a:t>
            </a:r>
          </a:p>
          <a:p>
            <a:pPr algn="just"/>
            <a:r>
              <a:rPr lang="pt-BR" altLang="pt-BR" sz="2700" b="0" dirty="0">
                <a:latin typeface="Arial" panose="020B0604020202020204" pitchFamily="34" charset="0"/>
                <a:cs typeface="Geneva" pitchFamily="34" charset="0"/>
              </a:rPr>
              <a:t>QC6.  Quais foram as propostas vencedoras das licitações autorizadas pela autoridade competente &lt;X&gt;?</a:t>
            </a:r>
          </a:p>
          <a:p>
            <a:pPr algn="just"/>
            <a:r>
              <a:rPr lang="pt-BR" altLang="pt-BR" sz="2700" b="0" dirty="0">
                <a:latin typeface="Arial" panose="020B0604020202020204" pitchFamily="34" charset="0"/>
                <a:cs typeface="Geneva" pitchFamily="34" charset="0"/>
              </a:rPr>
              <a:t>Para construção da ontologia foram utilizadas a linguagem </a:t>
            </a:r>
            <a:r>
              <a:rPr lang="pt-BR" altLang="pt-BR" sz="2700" b="0" dirty="0" err="1">
                <a:latin typeface="Arial" panose="020B0604020202020204" pitchFamily="34" charset="0"/>
                <a:cs typeface="Geneva" pitchFamily="34" charset="0"/>
              </a:rPr>
              <a:t>OntoUML</a:t>
            </a:r>
            <a:r>
              <a:rPr lang="pt-BR" altLang="pt-BR" sz="2700" b="0" dirty="0">
                <a:latin typeface="Arial" panose="020B0604020202020204" pitchFamily="34" charset="0"/>
                <a:cs typeface="Geneva" pitchFamily="34" charset="0"/>
              </a:rPr>
              <a:t> e ontologia UFO, com reuso das ontologias COVER, Ontologia de Despesa Pública e do padrão de dados abertos em compras. Por fim a captura dos conceitos utilizando a </a:t>
            </a:r>
            <a:r>
              <a:rPr lang="pt-BR" altLang="pt-BR" sz="2700" b="0">
                <a:latin typeface="Arial" panose="020B0604020202020204" pitchFamily="34" charset="0"/>
                <a:cs typeface="Geneva" pitchFamily="34" charset="0"/>
              </a:rPr>
              <a:t>Lei 14.133 </a:t>
            </a:r>
            <a:r>
              <a:rPr lang="pt-BR" altLang="pt-BR" sz="2700" b="0" dirty="0">
                <a:latin typeface="Arial" panose="020B0604020202020204" pitchFamily="34" charset="0"/>
                <a:cs typeface="Geneva" pitchFamily="34" charset="0"/>
              </a:rPr>
              <a:t>e os normativos adjacentes (Decretos 11.462/2023 e 12.807/2025 e LC 182/2021).</a:t>
            </a:r>
          </a:p>
        </p:txBody>
      </p:sp>
      <p:sp>
        <p:nvSpPr>
          <p:cNvPr id="12" name="Espaço Reservado para Conteúdo 11">
            <a:extLst>
              <a:ext uri="{FF2B5EF4-FFF2-40B4-BE49-F238E27FC236}">
                <a16:creationId xmlns:a16="http://schemas.microsoft.com/office/drawing/2014/main" id="{554104D9-FC55-1B02-4AAC-AFC19263B8B6}"/>
              </a:ext>
            </a:extLst>
          </p:cNvPr>
          <p:cNvSpPr>
            <a:spLocks noGrp="1"/>
          </p:cNvSpPr>
          <p:nvPr>
            <p:ph idx="18"/>
          </p:nvPr>
        </p:nvSpPr>
        <p:spPr>
          <a:xfrm>
            <a:off x="16556811" y="21526500"/>
            <a:ext cx="14760000" cy="1290828"/>
          </a:xfrm>
        </p:spPr>
        <p:txBody>
          <a:bodyPr/>
          <a:lstStyle/>
          <a:p>
            <a:r>
              <a:rPr lang="pt-BR" dirty="0"/>
              <a:t>CONCLUSÃO</a:t>
            </a:r>
          </a:p>
        </p:txBody>
      </p:sp>
      <p:sp>
        <p:nvSpPr>
          <p:cNvPr id="13" name="Espaço Reservado para Conteúdo 12">
            <a:extLst>
              <a:ext uri="{FF2B5EF4-FFF2-40B4-BE49-F238E27FC236}">
                <a16:creationId xmlns:a16="http://schemas.microsoft.com/office/drawing/2014/main" id="{95F0FA89-2A7B-42D5-0AFD-DB5A92049E23}"/>
              </a:ext>
            </a:extLst>
          </p:cNvPr>
          <p:cNvSpPr>
            <a:spLocks noGrp="1"/>
          </p:cNvSpPr>
          <p:nvPr>
            <p:ph idx="19"/>
          </p:nvPr>
        </p:nvSpPr>
        <p:spPr>
          <a:xfrm>
            <a:off x="16556811" y="22440900"/>
            <a:ext cx="14760000" cy="5011800"/>
          </a:xfrm>
        </p:spPr>
        <p:txBody>
          <a:bodyPr/>
          <a:lstStyle/>
          <a:p>
            <a:pPr algn="just"/>
            <a:r>
              <a:rPr lang="pt-BR" altLang="pt-BR" sz="2700" b="0" dirty="0">
                <a:latin typeface="Arial" panose="020B0604020202020204" pitchFamily="34" charset="0"/>
                <a:cs typeface="Geneva" pitchFamily="34" charset="0"/>
              </a:rPr>
              <a:t>A Engenharia de Ontologias, aplicada a domínios de alta complexidade como o processo licitatório brasileiro sob a Lei 14.133, provou ser uma abordagem fundamental para a organização e formalização precisa do conhecimento. Este trabalho documentou o desenvolvimento de uma ontologia de domínio para licitações federais, utilizando a metodologia </a:t>
            </a:r>
            <a:r>
              <a:rPr lang="pt-BR" altLang="pt-BR" sz="2700" b="0" dirty="0" err="1">
                <a:latin typeface="Arial" panose="020B0604020202020204" pitchFamily="34" charset="0"/>
                <a:cs typeface="Geneva" pitchFamily="34" charset="0"/>
              </a:rPr>
              <a:t>SABiOx</a:t>
            </a:r>
            <a:r>
              <a:rPr lang="pt-BR" altLang="pt-BR" sz="2700" b="0" dirty="0">
                <a:latin typeface="Arial" panose="020B0604020202020204" pitchFamily="34" charset="0"/>
                <a:cs typeface="Geneva" pitchFamily="34" charset="0"/>
              </a:rPr>
              <a:t> para garantir a sistematicidade e empregando a linguagem </a:t>
            </a:r>
            <a:r>
              <a:rPr lang="pt-BR" altLang="pt-BR" sz="2700" b="0" dirty="0" err="1">
                <a:latin typeface="Arial" panose="020B0604020202020204" pitchFamily="34" charset="0"/>
                <a:cs typeface="Geneva" pitchFamily="34" charset="0"/>
              </a:rPr>
              <a:t>OntoUML</a:t>
            </a:r>
            <a:r>
              <a:rPr lang="pt-BR" altLang="pt-BR" sz="2700" b="0" dirty="0">
                <a:latin typeface="Arial" panose="020B0604020202020204" pitchFamily="34" charset="0"/>
                <a:cs typeface="Geneva" pitchFamily="34" charset="0"/>
              </a:rPr>
              <a:t>, ontologicamente fundamentada na </a:t>
            </a:r>
            <a:r>
              <a:rPr lang="pt-BR" altLang="pt-BR" sz="2700" b="0" dirty="0" err="1">
                <a:latin typeface="Arial" panose="020B0604020202020204" pitchFamily="34" charset="0"/>
                <a:cs typeface="Geneva" pitchFamily="34" charset="0"/>
              </a:rPr>
              <a:t>Unified</a:t>
            </a:r>
            <a:r>
              <a:rPr lang="pt-BR" altLang="pt-BR" sz="2700" b="0" dirty="0">
                <a:latin typeface="Arial" panose="020B0604020202020204" pitchFamily="34" charset="0"/>
                <a:cs typeface="Geneva" pitchFamily="34" charset="0"/>
              </a:rPr>
              <a:t> </a:t>
            </a:r>
            <a:r>
              <a:rPr lang="pt-BR" altLang="pt-BR" sz="2700" b="0" dirty="0" err="1">
                <a:latin typeface="Arial" panose="020B0604020202020204" pitchFamily="34" charset="0"/>
                <a:cs typeface="Geneva" pitchFamily="34" charset="0"/>
              </a:rPr>
              <a:t>Foundational</a:t>
            </a:r>
            <a:r>
              <a:rPr lang="pt-BR" altLang="pt-BR" sz="2700" b="0" dirty="0">
                <a:latin typeface="Arial" panose="020B0604020202020204" pitchFamily="34" charset="0"/>
                <a:cs typeface="Geneva" pitchFamily="34" charset="0"/>
              </a:rPr>
              <a:t> </a:t>
            </a:r>
            <a:r>
              <a:rPr lang="pt-BR" altLang="pt-BR" sz="2700" b="0" dirty="0" err="1">
                <a:latin typeface="Arial" panose="020B0604020202020204" pitchFamily="34" charset="0"/>
                <a:cs typeface="Geneva" pitchFamily="34" charset="0"/>
              </a:rPr>
              <a:t>Ontology</a:t>
            </a:r>
            <a:r>
              <a:rPr lang="pt-BR" altLang="pt-BR" sz="2700" b="0" dirty="0">
                <a:latin typeface="Arial" panose="020B0604020202020204" pitchFamily="34" charset="0"/>
                <a:cs typeface="Geneva" pitchFamily="34" charset="0"/>
              </a:rPr>
              <a:t> (UFO).</a:t>
            </a:r>
          </a:p>
          <a:p>
            <a:pPr algn="just"/>
            <a:r>
              <a:rPr lang="pt-BR" altLang="pt-BR" sz="2700" b="0" dirty="0">
                <a:latin typeface="Arial" panose="020B0604020202020204" pitchFamily="34" charset="0"/>
                <a:cs typeface="Geneva" pitchFamily="34" charset="0"/>
              </a:rPr>
              <a:t>A principal contribuição reside na criação de um artefato de conhecimento </a:t>
            </a:r>
            <a:r>
              <a:rPr lang="pt-BR" altLang="pt-BR" sz="2700" b="0" dirty="0" err="1">
                <a:latin typeface="Arial" panose="020B0604020202020204" pitchFamily="34" charset="0"/>
                <a:cs typeface="Geneva" pitchFamily="34" charset="0"/>
              </a:rPr>
              <a:t>decidível</a:t>
            </a:r>
            <a:r>
              <a:rPr lang="pt-BR" altLang="pt-BR" sz="2700" b="0" dirty="0">
                <a:latin typeface="Arial" panose="020B0604020202020204" pitchFamily="34" charset="0"/>
                <a:cs typeface="Geneva" pitchFamily="34" charset="0"/>
              </a:rPr>
              <a:t> e semanticamente rigoroso. A adoção de UFO e </a:t>
            </a:r>
            <a:r>
              <a:rPr lang="pt-BR" altLang="pt-BR" sz="2700" b="0" dirty="0" err="1">
                <a:latin typeface="Arial" panose="020B0604020202020204" pitchFamily="34" charset="0"/>
                <a:cs typeface="Geneva" pitchFamily="34" charset="0"/>
              </a:rPr>
              <a:t>OntoUML</a:t>
            </a:r>
            <a:r>
              <a:rPr lang="pt-BR" altLang="pt-BR" sz="2700" b="0" dirty="0">
                <a:latin typeface="Arial" panose="020B0604020202020204" pitchFamily="34" charset="0"/>
                <a:cs typeface="Geneva" pitchFamily="34" charset="0"/>
              </a:rPr>
              <a:t> não apenas garante que as distinções conceituais (como a diferença entre Agente Público e Agente de Contratação) reflitam a realidade de forma inequívoca, mas também minimiza a ambiguidade que inerentemente permeia a linguagem legal. A utilização de questões de competência orientou o escopo do domínio, garantindo que o modelo seja capaz de responder às demandas informacionais críticas dos agentes públicos.</a:t>
            </a:r>
          </a:p>
          <a:p>
            <a:pPr algn="just"/>
            <a:r>
              <a:rPr lang="pt-BR" altLang="pt-BR" sz="2700" b="0" dirty="0">
                <a:latin typeface="Arial" panose="020B0604020202020204" pitchFamily="34" charset="0"/>
                <a:cs typeface="Geneva" pitchFamily="34" charset="0"/>
              </a:rPr>
              <a:t>A implementação da ontologia operacional em OWL-DL, embora reconhecidamente implicando um trade-off na expressividade em relação à </a:t>
            </a:r>
            <a:r>
              <a:rPr lang="pt-BR" altLang="pt-BR" sz="2700" b="0" dirty="0" err="1">
                <a:latin typeface="Arial" panose="020B0604020202020204" pitchFamily="34" charset="0"/>
                <a:cs typeface="Geneva" pitchFamily="34" charset="0"/>
              </a:rPr>
              <a:t>OntoUML</a:t>
            </a:r>
            <a:r>
              <a:rPr lang="pt-BR" altLang="pt-BR" sz="2700" b="0" dirty="0">
                <a:latin typeface="Arial" panose="020B0604020202020204" pitchFamily="34" charset="0"/>
                <a:cs typeface="Geneva" pitchFamily="34" charset="0"/>
              </a:rPr>
              <a:t>, é uma escolha pragmática que maximiza a utilidade da ontologia. Este modelo implementado é apto a ser utilizado por </a:t>
            </a:r>
            <a:r>
              <a:rPr lang="pt-BR" altLang="pt-BR" sz="2700" b="0" dirty="0" err="1">
                <a:latin typeface="Arial" panose="020B0604020202020204" pitchFamily="34" charset="0"/>
                <a:cs typeface="Geneva" pitchFamily="34" charset="0"/>
              </a:rPr>
              <a:t>reasoners</a:t>
            </a:r>
            <a:r>
              <a:rPr lang="pt-BR" altLang="pt-BR" sz="2700" b="0" dirty="0">
                <a:latin typeface="Arial" panose="020B0604020202020204" pitchFamily="34" charset="0"/>
                <a:cs typeface="Geneva" pitchFamily="34" charset="0"/>
              </a:rPr>
              <a:t> para validação de consistência e por consultas SPARQL para recuperação de conhecimento, superando as limitações de sistemas de informação baseados em esquemas de dados tradicionais.</a:t>
            </a:r>
          </a:p>
          <a:p>
            <a:pPr algn="just"/>
            <a:r>
              <a:rPr lang="pt-BR" altLang="pt-BR" sz="2700" b="0" dirty="0">
                <a:latin typeface="Arial" panose="020B0604020202020204" pitchFamily="34" charset="0"/>
                <a:cs typeface="Geneva" pitchFamily="34" charset="0"/>
              </a:rPr>
              <a:t>Como trabalho futuro, será essencial realizar uma validação de usabilidade com agentes de órgãos governamentais, seguida pela integração da ontologia em um Large </a:t>
            </a:r>
            <a:r>
              <a:rPr lang="pt-BR" altLang="pt-BR" sz="2700" b="0" dirty="0" err="1">
                <a:latin typeface="Arial" panose="020B0604020202020204" pitchFamily="34" charset="0"/>
                <a:cs typeface="Geneva" pitchFamily="34" charset="0"/>
              </a:rPr>
              <a:t>Language</a:t>
            </a:r>
            <a:r>
              <a:rPr lang="pt-BR" altLang="pt-BR" sz="2700" b="0" dirty="0">
                <a:latin typeface="Arial" panose="020B0604020202020204" pitchFamily="34" charset="0"/>
                <a:cs typeface="Geneva" pitchFamily="34" charset="0"/>
              </a:rPr>
              <a:t> Model (LLM) para demonstrar a capacidade de injetar conhecimento factual, responder questões do usuário e evitar alucinações em respostas sobre a Lei 14.133. Em última análise, esta ontologia de domínio é um passo concreto para aumentar a qualidade, a eficiência e a auditabilidade dos processos licitatórios por meio de uma representação de conhecimento precisa e formal.</a:t>
            </a:r>
          </a:p>
        </p:txBody>
      </p:sp>
      <p:sp>
        <p:nvSpPr>
          <p:cNvPr id="24" name=" 23">
            <a:extLst>
              <a:ext uri="{FF2B5EF4-FFF2-40B4-BE49-F238E27FC236}">
                <a16:creationId xmlns:a16="http://schemas.microsoft.com/office/drawing/2014/main" id="{EB8B5F84-853D-98FA-C882-38A8BA932FD0}"/>
              </a:ext>
            </a:extLst>
          </p:cNvPr>
          <p:cNvSpPr txBox="1">
            <a:spLocks/>
          </p:cNvSpPr>
          <p:nvPr/>
        </p:nvSpPr>
        <p:spPr bwMode="auto">
          <a:xfrm>
            <a:off x="16541825" y="335661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defPPr>
              <a:defRPr lang="pt-BR"/>
            </a:defPPr>
            <a:lvl1pPr marL="0" algn="l" defTabSz="914400" rtl="0" eaLnBrk="1" latinLnBrk="0" hangingPunct="1">
              <a:defRPr lang="pt-BR" altLang="pt-BR" sz="6000" b="1"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pt-BR" dirty="0"/>
              <a:t>REFERÊNCIAS</a:t>
            </a:r>
          </a:p>
        </p:txBody>
      </p:sp>
      <p:sp>
        <p:nvSpPr>
          <p:cNvPr id="25" name=" 24">
            <a:extLst>
              <a:ext uri="{FF2B5EF4-FFF2-40B4-BE49-F238E27FC236}">
                <a16:creationId xmlns:a16="http://schemas.microsoft.com/office/drawing/2014/main" id="{8C78906B-EF3A-8C24-DA2A-3B5F0B13B701}"/>
              </a:ext>
            </a:extLst>
          </p:cNvPr>
          <p:cNvSpPr txBox="1">
            <a:spLocks/>
          </p:cNvSpPr>
          <p:nvPr/>
        </p:nvSpPr>
        <p:spPr bwMode="auto">
          <a:xfrm>
            <a:off x="16556811" y="34556700"/>
            <a:ext cx="14760000" cy="501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defPPr>
              <a:defRPr lang="pt-BR"/>
            </a:defPPr>
            <a:lvl1pPr marL="0" algn="l" defTabSz="914400" rtl="0" eaLnBrk="1" latinLnBrk="0" hangingPunct="1">
              <a:defRPr lang="pt-BR" altLang="pt-BR" sz="3200" kern="1200" dirty="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fontAlgn="auto">
              <a:spcBef>
                <a:spcPts val="0"/>
              </a:spcBef>
              <a:spcAft>
                <a:spcPts val="300"/>
              </a:spcAft>
              <a:buNone/>
            </a:pPr>
            <a:r>
              <a:rPr lang="pt-BR" sz="2400" dirty="0">
                <a:latin typeface="Arial" panose="020B0604020202020204" pitchFamily="34" charset="0"/>
                <a:cs typeface="Geneva" pitchFamily="34" charset="0"/>
              </a:rPr>
              <a:t>[1] CELESTINO, W. T.; FAUSTINO, Á. A.; ARAÚJO, M. C.; SILVA, N. G. A. Perspectivas e desafios: a implementação da nova lei de licitações e contratos nas universidades federais brasileiras. Revista Gestão Organizacional, v. 18, p. 86-107.</a:t>
            </a:r>
          </a:p>
          <a:p>
            <a:pPr marL="342900" indent="-342900" algn="just" fontAlgn="auto">
              <a:spcBef>
                <a:spcPts val="0"/>
              </a:spcBef>
              <a:spcAft>
                <a:spcPts val="300"/>
              </a:spcAft>
              <a:buNone/>
            </a:pPr>
            <a:r>
              <a:rPr lang="pt-BR" sz="2400" dirty="0">
                <a:latin typeface="Arial" panose="020B0604020202020204" pitchFamily="34" charset="0"/>
                <a:cs typeface="Geneva" pitchFamily="34" charset="0"/>
              </a:rPr>
              <a:t>[2] AGUIAR, C. Z.; SOUZA, V. E. S. SABiOx: the extended systematic approach for building ontologies. In: 17th Seminar on Ontology Research in Brazil (ONTOBRAS 2024), Vitória, 2024.</a:t>
            </a:r>
          </a:p>
          <a:p>
            <a:pPr marL="342900" indent="-342900" algn="just" fontAlgn="auto">
              <a:spcBef>
                <a:spcPts val="0"/>
              </a:spcBef>
              <a:spcAft>
                <a:spcPts val="300"/>
              </a:spcAft>
              <a:buNone/>
            </a:pPr>
            <a:r>
              <a:rPr lang="pt-BR" sz="2400" dirty="0">
                <a:latin typeface="Arial" panose="020B0604020202020204" pitchFamily="34" charset="0"/>
                <a:cs typeface="Geneva" pitchFamily="34" charset="0"/>
              </a:rPr>
              <a:t>[3] GUIZZARDI, G. Ontological Foundations for Structural Conceptual Models. Enschede: Telematica Instituut, 2005.</a:t>
            </a:r>
          </a:p>
          <a:p>
            <a:pPr marL="342900" indent="-342900" algn="just" fontAlgn="auto">
              <a:spcBef>
                <a:spcPts val="0"/>
              </a:spcBef>
              <a:spcAft>
                <a:spcPts val="300"/>
              </a:spcAft>
              <a:buNone/>
            </a:pPr>
            <a:r>
              <a:rPr lang="pt-BR" sz="2400" dirty="0">
                <a:latin typeface="Arial" panose="020B0604020202020204" pitchFamily="34" charset="0"/>
                <a:cs typeface="Geneva" pitchFamily="34" charset="0"/>
              </a:rPr>
              <a:t>[4] GUIZZARDI, G. The Role of Foundational Ontologies for Conceptual Modeling and Domain Ontology Representation. International Journal of Information System Modeling and Design, 2012.</a:t>
            </a:r>
          </a:p>
          <a:p>
            <a:pPr marL="342900" indent="-342900" algn="just" fontAlgn="auto">
              <a:spcBef>
                <a:spcPts val="0"/>
              </a:spcBef>
              <a:spcAft>
                <a:spcPts val="0"/>
              </a:spcAft>
              <a:buNone/>
            </a:pPr>
            <a:r>
              <a:rPr lang="pt-BR" sz="2400" dirty="0">
                <a:latin typeface="Arial" panose="020B0604020202020204" pitchFamily="34" charset="0"/>
                <a:cs typeface="Geneva" pitchFamily="34" charset="0"/>
              </a:rPr>
              <a:t>[5] BRASIL. Lei nº 14.133, de 1º de abril de 2021. Lei de Licitações e Contratos Administrativos. Brasília, 2021.</a:t>
            </a:r>
          </a:p>
          <a:p>
            <a:pPr marL="342900" indent="-342900" algn="just" fontAlgn="auto">
              <a:spcBef>
                <a:spcPts val="0"/>
              </a:spcBef>
              <a:spcAft>
                <a:spcPts val="0"/>
              </a:spcAft>
            </a:pPr>
            <a:r>
              <a:rPr lang="pt-BR" sz="2400" dirty="0">
                <a:latin typeface="Arial" panose="020B0604020202020204" pitchFamily="34" charset="0"/>
                <a:cs typeface="Geneva" pitchFamily="34" charset="0"/>
              </a:rPr>
              <a:t>[6] GRAÇAS, A. , "Ontologia de Licitação," 2026. [Online]. Disponível:</a:t>
            </a:r>
          </a:p>
          <a:p>
            <a:pPr marL="342900" indent="-342900" algn="just" fontAlgn="auto">
              <a:spcBef>
                <a:spcPts val="0"/>
              </a:spcBef>
              <a:spcAft>
                <a:spcPts val="0"/>
              </a:spcAft>
            </a:pPr>
            <a:r>
              <a:rPr lang="pt-BR" sz="2400" dirty="0">
                <a:latin typeface="Arial" panose="020B0604020202020204" pitchFamily="34" charset="0"/>
                <a:cs typeface="Geneva" pitchFamily="34" charset="0"/>
              </a:rPr>
              <a:t>https://</a:t>
            </a:r>
            <a:r>
              <a:rPr lang="pt-BR" sz="2400" dirty="0" err="1">
                <a:latin typeface="Arial" panose="020B0604020202020204" pitchFamily="34" charset="0"/>
                <a:cs typeface="Geneva" pitchFamily="34" charset="0"/>
              </a:rPr>
              <a:t>github.com</a:t>
            </a:r>
            <a:r>
              <a:rPr lang="pt-BR" sz="2400" dirty="0">
                <a:latin typeface="Arial" panose="020B0604020202020204" pitchFamily="34" charset="0"/>
                <a:cs typeface="Geneva" pitchFamily="34" charset="0"/>
              </a:rPr>
              <a:t>/</a:t>
            </a:r>
            <a:r>
              <a:rPr lang="pt-BR" sz="2400" dirty="0" err="1">
                <a:latin typeface="Arial" panose="020B0604020202020204" pitchFamily="34" charset="0"/>
                <a:cs typeface="Geneva" pitchFamily="34" charset="0"/>
              </a:rPr>
              <a:t>AlexGracas</a:t>
            </a:r>
            <a:r>
              <a:rPr lang="pt-BR" sz="2400" dirty="0">
                <a:latin typeface="Arial" panose="020B0604020202020204" pitchFamily="34" charset="0"/>
                <a:cs typeface="Geneva" pitchFamily="34" charset="0"/>
              </a:rPr>
              <a:t>/ontologia-14133 [</a:t>
            </a:r>
            <a:r>
              <a:rPr lang="pt-BR" sz="2400" dirty="0" err="1">
                <a:latin typeface="Arial" panose="020B0604020202020204" pitchFamily="34" charset="0"/>
                <a:cs typeface="Geneva" pitchFamily="34" charset="0"/>
              </a:rPr>
              <a:t>Accessed</a:t>
            </a:r>
            <a:r>
              <a:rPr lang="pt-BR" sz="2400" dirty="0">
                <a:latin typeface="Arial" panose="020B0604020202020204" pitchFamily="34" charset="0"/>
                <a:cs typeface="Geneva" pitchFamily="34" charset="0"/>
              </a:rPr>
              <a:t> Setembro 2026].</a:t>
            </a:r>
          </a:p>
          <a:p>
            <a:pPr marL="342900" indent="-342900" algn="just" fontAlgn="auto">
              <a:spcBef>
                <a:spcPts val="0"/>
              </a:spcBef>
              <a:spcAft>
                <a:spcPts val="0"/>
              </a:spcAft>
            </a:pPr>
            <a:endParaRPr lang="pt-BR" sz="2400" dirty="0">
              <a:latin typeface="Arial" panose="020B0604020202020204" pitchFamily="34" charset="0"/>
              <a:cs typeface="Geneva" pitchFamily="34" charset="0"/>
            </a:endParaRPr>
          </a:p>
        </p:txBody>
      </p:sp>
      <p:pic>
        <p:nvPicPr>
          <p:cNvPr id="4" name="Imagem 3">
            <a:extLst>
              <a:ext uri="{FF2B5EF4-FFF2-40B4-BE49-F238E27FC236}">
                <a16:creationId xmlns:a16="http://schemas.microsoft.com/office/drawing/2014/main" id="{DD691777-11B6-5906-80FE-6DB47EA701D5}"/>
              </a:ext>
            </a:extLst>
          </p:cNvPr>
          <p:cNvPicPr>
            <a:picLocks noChangeAspect="1"/>
          </p:cNvPicPr>
          <p:nvPr/>
        </p:nvPicPr>
        <p:blipFill>
          <a:blip r:embed="rId3"/>
          <a:stretch>
            <a:fillRect/>
          </a:stretch>
        </p:blipFill>
        <p:spPr>
          <a:xfrm>
            <a:off x="23154418" y="395255"/>
            <a:ext cx="6580795" cy="2615609"/>
          </a:xfrm>
          <a:prstGeom prst="rect">
            <a:avLst/>
          </a:prstGeom>
        </p:spPr>
      </p:pic>
      <p:pic>
        <p:nvPicPr>
          <p:cNvPr id="27" name="Espaço Reservado para Imagem 26">
            <a:extLst>
              <a:ext uri="{FF2B5EF4-FFF2-40B4-BE49-F238E27FC236}">
                <a16:creationId xmlns:a16="http://schemas.microsoft.com/office/drawing/2014/main" id="{C268687E-CFE8-78EF-690C-9DC891D535BC}"/>
              </a:ext>
            </a:extLst>
          </p:cNvPr>
          <p:cNvPicPr>
            <a:picLocks noGrp="1" noChangeAspect="1"/>
          </p:cNvPicPr>
          <p:nvPr>
            <p:ph type="pic" sz="quarter" idx="20"/>
          </p:nvPr>
        </p:nvPicPr>
        <p:blipFill rotWithShape="1">
          <a:blip r:embed="rId4">
            <a:extLst>
              <a:ext uri="{28A0092B-C50C-407E-A947-70E740481C1C}">
                <a14:useLocalDpi xmlns:a14="http://schemas.microsoft.com/office/drawing/2010/main" val="0"/>
              </a:ext>
            </a:extLst>
          </a:blip>
          <a:srcRect l="1056" t="3954" r="1718" b="4709"/>
          <a:stretch>
            <a:fillRect/>
          </a:stretch>
        </p:blipFill>
        <p:spPr>
          <a:xfrm>
            <a:off x="17040225" y="13449300"/>
            <a:ext cx="14020800" cy="7086600"/>
          </a:xfrm>
          <a:prstGeom prst="rect">
            <a:avLst/>
          </a:prstGeom>
        </p:spPr>
      </p:pic>
      <p:pic>
        <p:nvPicPr>
          <p:cNvPr id="37" name="Imagem 36">
            <a:extLst>
              <a:ext uri="{FF2B5EF4-FFF2-40B4-BE49-F238E27FC236}">
                <a16:creationId xmlns:a16="http://schemas.microsoft.com/office/drawing/2014/main" id="{B01B8097-1AFA-51B2-955E-EE28D5465017}"/>
              </a:ext>
            </a:extLst>
          </p:cNvPr>
          <p:cNvPicPr>
            <a:picLocks noChangeAspect="1"/>
          </p:cNvPicPr>
          <p:nvPr/>
        </p:nvPicPr>
        <p:blipFill>
          <a:blip r:embed="rId5"/>
          <a:srcRect l="748" t="6146" r="472" b="9626"/>
          <a:stretch>
            <a:fillRect/>
          </a:stretch>
        </p:blipFill>
        <p:spPr>
          <a:xfrm>
            <a:off x="1343025" y="35394900"/>
            <a:ext cx="14353950" cy="2667001"/>
          </a:xfrm>
          <a:prstGeom prst="rect">
            <a:avLst/>
          </a:prstGeom>
        </p:spPr>
      </p:pic>
      <p:sp>
        <p:nvSpPr>
          <p:cNvPr id="9" name="Espaço Reservado para Texto 14">
            <a:extLst>
              <a:ext uri="{FF2B5EF4-FFF2-40B4-BE49-F238E27FC236}">
                <a16:creationId xmlns:a16="http://schemas.microsoft.com/office/drawing/2014/main" id="{BDFE3B02-D27B-EB08-6320-8D803985C4F9}"/>
              </a:ext>
            </a:extLst>
          </p:cNvPr>
          <p:cNvSpPr>
            <a:spLocks noGrp="1"/>
          </p:cNvSpPr>
          <p:nvPr>
            <p:ph type="body" sz="quarter" idx="21"/>
          </p:nvPr>
        </p:nvSpPr>
        <p:spPr>
          <a:xfrm>
            <a:off x="1118101" y="38162549"/>
            <a:ext cx="14759999" cy="1066800"/>
          </a:xfrm>
        </p:spPr>
        <p:txBody>
          <a:bodyPr/>
          <a:lstStyle/>
          <a:p>
            <a:r>
              <a:rPr lang="pt-BR" altLang="pt-BR" b="1" dirty="0">
                <a:latin typeface="Arial" panose="020B0604020202020204" pitchFamily="34" charset="0"/>
                <a:cs typeface="Arial" panose="020B0604020202020204" pitchFamily="34" charset="0"/>
              </a:rPr>
              <a:t>Figura 1 - </a:t>
            </a:r>
            <a:r>
              <a:rPr lang="pt-BR" altLang="pt-BR" dirty="0">
                <a:latin typeface="Arial" panose="020B0604020202020204" pitchFamily="34" charset="0"/>
                <a:cs typeface="Arial" panose="020B0604020202020204" pitchFamily="34" charset="0"/>
              </a:rPr>
              <a:t> Parte da ontologia que nos permite responder quais Pessoas Jurídicas apresentaram propostas em uma licitação &lt;X&gt; [QC1] e quais as propostas vencedoras por contratação direta autorizadas por uma autoridade competente  específica [QC6].</a:t>
            </a:r>
          </a:p>
        </p:txBody>
      </p:sp>
      <p:sp>
        <p:nvSpPr>
          <p:cNvPr id="14" name="Espaço Reservado para Texto 14">
            <a:extLst>
              <a:ext uri="{FF2B5EF4-FFF2-40B4-BE49-F238E27FC236}">
                <a16:creationId xmlns:a16="http://schemas.microsoft.com/office/drawing/2014/main" id="{F89F8E7C-BF18-F6F5-7E1E-D3A9F583A8D7}"/>
              </a:ext>
            </a:extLst>
          </p:cNvPr>
          <p:cNvSpPr txBox="1">
            <a:spLocks/>
          </p:cNvSpPr>
          <p:nvPr/>
        </p:nvSpPr>
        <p:spPr bwMode="auto">
          <a:xfrm>
            <a:off x="16586843" y="20688300"/>
            <a:ext cx="14631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marL="0" marR="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sz="2400" b="0">
                <a:solidFill>
                  <a:schemeClr val="tx1"/>
                </a:solidFill>
                <a:latin typeface="+mn-lt"/>
                <a:ea typeface="+mn-ea"/>
                <a:cs typeface="+mn-cs"/>
              </a:defRPr>
            </a:lvl1pPr>
            <a:lvl2pPr marL="0" indent="0" algn="l" defTabSz="4137025" rtl="0" eaLnBrk="0" fontAlgn="base" hangingPunct="0">
              <a:lnSpc>
                <a:spcPct val="120000"/>
              </a:lnSpc>
              <a:spcBef>
                <a:spcPts val="600"/>
              </a:spcBef>
              <a:spcAft>
                <a:spcPct val="0"/>
              </a:spcAft>
              <a:buFont typeface="Arial" panose="020B0604020202020204" pitchFamily="34" charset="0"/>
              <a:buNone/>
              <a:defRPr sz="3200">
                <a:solidFill>
                  <a:schemeClr val="tx1"/>
                </a:solidFill>
                <a:latin typeface="+mn-lt"/>
              </a:defRPr>
            </a:lvl2pPr>
            <a:lvl3pPr marL="1698625" indent="0" algn="l" defTabSz="4137025" rtl="0" eaLnBrk="0" fontAlgn="base" hangingPunct="0">
              <a:spcBef>
                <a:spcPct val="20000"/>
              </a:spcBef>
              <a:spcAft>
                <a:spcPct val="0"/>
              </a:spcAft>
              <a:buFont typeface="Arial" panose="020B0604020202020204" pitchFamily="34" charset="0"/>
              <a:buNone/>
              <a:defRPr sz="3200">
                <a:solidFill>
                  <a:schemeClr val="tx1"/>
                </a:solidFill>
                <a:latin typeface="+mn-lt"/>
              </a:defRPr>
            </a:lvl3pPr>
            <a:lvl4pPr marL="1698625" indent="0" algn="l" defTabSz="4137025" rtl="0" eaLnBrk="0" fontAlgn="base" hangingPunct="0">
              <a:spcBef>
                <a:spcPct val="20000"/>
              </a:spcBef>
              <a:spcAft>
                <a:spcPct val="0"/>
              </a:spcAft>
              <a:buFont typeface="Arial" panose="020B0604020202020204" pitchFamily="34" charset="0"/>
              <a:buNone/>
              <a:defRPr sz="3200">
                <a:solidFill>
                  <a:schemeClr val="tx1"/>
                </a:solidFill>
                <a:latin typeface="+mn-lt"/>
              </a:defRPr>
            </a:lvl4pPr>
            <a:lvl5pPr marL="1698625" indent="0" algn="l" defTabSz="4137025" rtl="0" eaLnBrk="0" fontAlgn="base" hangingPunct="0">
              <a:spcBef>
                <a:spcPct val="20000"/>
              </a:spcBef>
              <a:spcAft>
                <a:spcPct val="0"/>
              </a:spcAft>
              <a:buFont typeface="Arial" panose="020B0604020202020204" pitchFamily="34" charset="0"/>
              <a:buNone/>
              <a:defRPr sz="3200">
                <a:solidFill>
                  <a:schemeClr val="tx1"/>
                </a:solidFill>
                <a:latin typeface="+mn-lt"/>
              </a:defRPr>
            </a:lvl5pPr>
            <a:lvl6pPr marL="9765030" indent="-1035050" algn="l" defTabSz="4137025" rtl="0" fontAlgn="base">
              <a:spcBef>
                <a:spcPct val="20000"/>
              </a:spcBef>
              <a:spcAft>
                <a:spcPct val="0"/>
              </a:spcAft>
              <a:buChar char="»"/>
              <a:defRPr sz="9000">
                <a:solidFill>
                  <a:schemeClr val="tx1"/>
                </a:solidFill>
                <a:latin typeface="+mn-lt"/>
              </a:defRPr>
            </a:lvl6pPr>
            <a:lvl7pPr marL="10222230" indent="-1035050" algn="l" defTabSz="4137025" rtl="0" fontAlgn="base">
              <a:spcBef>
                <a:spcPct val="20000"/>
              </a:spcBef>
              <a:spcAft>
                <a:spcPct val="0"/>
              </a:spcAft>
              <a:buChar char="»"/>
              <a:defRPr sz="9000">
                <a:solidFill>
                  <a:schemeClr val="tx1"/>
                </a:solidFill>
                <a:latin typeface="+mn-lt"/>
              </a:defRPr>
            </a:lvl7pPr>
            <a:lvl8pPr marL="10679430" indent="-1035050" algn="l" defTabSz="4137025" rtl="0" fontAlgn="base">
              <a:spcBef>
                <a:spcPct val="20000"/>
              </a:spcBef>
              <a:spcAft>
                <a:spcPct val="0"/>
              </a:spcAft>
              <a:buChar char="»"/>
              <a:defRPr sz="9000">
                <a:solidFill>
                  <a:schemeClr val="tx1"/>
                </a:solidFill>
                <a:latin typeface="+mn-lt"/>
              </a:defRPr>
            </a:lvl8pPr>
            <a:lvl9pPr marL="11136630" indent="-1035050" algn="l" defTabSz="4137025" rtl="0" fontAlgn="base">
              <a:spcBef>
                <a:spcPct val="20000"/>
              </a:spcBef>
              <a:spcAft>
                <a:spcPct val="0"/>
              </a:spcAft>
              <a:buChar char="»"/>
              <a:defRPr sz="9000">
                <a:solidFill>
                  <a:schemeClr val="tx1"/>
                </a:solidFill>
                <a:latin typeface="+mn-lt"/>
              </a:defRPr>
            </a:lvl9pPr>
          </a:lstStyle>
          <a:p>
            <a:r>
              <a:rPr lang="pt-BR" altLang="pt-BR" b="1" kern="0" dirty="0">
                <a:latin typeface="Arial" panose="020B0604020202020204" pitchFamily="34" charset="0"/>
                <a:cs typeface="Arial" panose="020B0604020202020204" pitchFamily="34" charset="0"/>
              </a:rPr>
              <a:t>Figura 2 -  </a:t>
            </a:r>
            <a:r>
              <a:rPr lang="pt-BR" altLang="pt-BR" kern="0" dirty="0">
                <a:latin typeface="Arial" panose="020B0604020202020204" pitchFamily="34" charset="0"/>
                <a:cs typeface="Arial" panose="020B0604020202020204" pitchFamily="34" charset="0"/>
              </a:rPr>
              <a:t>Parte da ontologia que permite responder [QC2] e [QC5]. Registrando o histórico de eventos da licitação, o tipo de disputa utilizado e qual o critério de julgamento em uma disputa</a:t>
            </a:r>
          </a:p>
        </p:txBody>
      </p:sp>
      <p:sp>
        <p:nvSpPr>
          <p:cNvPr id="15" name="Espaço Reservado para Conteúdo 5">
            <a:extLst>
              <a:ext uri="{FF2B5EF4-FFF2-40B4-BE49-F238E27FC236}">
                <a16:creationId xmlns:a16="http://schemas.microsoft.com/office/drawing/2014/main" id="{F476BD1D-C543-DDAF-41EA-7CA8BEBFFE07}"/>
              </a:ext>
            </a:extLst>
          </p:cNvPr>
          <p:cNvSpPr txBox="1">
            <a:spLocks/>
          </p:cNvSpPr>
          <p:nvPr/>
        </p:nvSpPr>
        <p:spPr bwMode="auto">
          <a:xfrm>
            <a:off x="16539149" y="101934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marL="0" indent="0" algn="l" defTabSz="4137025" rtl="0" eaLnBrk="0" fontAlgn="base" hangingPunct="0">
              <a:spcBef>
                <a:spcPct val="20000"/>
              </a:spcBef>
              <a:spcAft>
                <a:spcPct val="0"/>
              </a:spcAft>
              <a:buNone/>
              <a:defRPr sz="6000" b="1">
                <a:solidFill>
                  <a:schemeClr val="tx1"/>
                </a:solidFill>
                <a:latin typeface="+mn-lt"/>
                <a:ea typeface="+mn-ea"/>
                <a:cs typeface="+mn-cs"/>
              </a:defRPr>
            </a:lvl1pPr>
            <a:lvl2pPr marL="0" indent="0" algn="just" defTabSz="4137025" rtl="0" eaLnBrk="0" fontAlgn="base" hangingPunct="0">
              <a:lnSpc>
                <a:spcPct val="120000"/>
              </a:lnSpc>
              <a:spcBef>
                <a:spcPts val="600"/>
              </a:spcBef>
              <a:spcAft>
                <a:spcPct val="0"/>
              </a:spcAft>
              <a:buNone/>
              <a:defRPr sz="3200">
                <a:solidFill>
                  <a:schemeClr val="tx1"/>
                </a:solidFill>
                <a:latin typeface="+mn-lt"/>
              </a:defRPr>
            </a:lvl2pPr>
            <a:lvl3pPr marL="1763713" indent="-65088" algn="just" defTabSz="4137025" rtl="0" eaLnBrk="0" fontAlgn="base" hangingPunct="0">
              <a:spcBef>
                <a:spcPct val="20000"/>
              </a:spcBef>
              <a:spcAft>
                <a:spcPct val="0"/>
              </a:spcAft>
              <a:buNone/>
              <a:defRPr sz="3200">
                <a:solidFill>
                  <a:schemeClr val="tx1"/>
                </a:solidFill>
                <a:latin typeface="+mn-lt"/>
              </a:defRPr>
            </a:lvl3pPr>
            <a:lvl4pPr marL="1763713" indent="-65088" algn="just" defTabSz="4137025" rtl="0" eaLnBrk="0" fontAlgn="base" hangingPunct="0">
              <a:spcBef>
                <a:spcPct val="20000"/>
              </a:spcBef>
              <a:spcAft>
                <a:spcPct val="0"/>
              </a:spcAft>
              <a:buNone/>
              <a:defRPr sz="3200">
                <a:solidFill>
                  <a:schemeClr val="tx1"/>
                </a:solidFill>
                <a:latin typeface="+mn-lt"/>
              </a:defRPr>
            </a:lvl4pPr>
            <a:lvl5pPr marL="1763713" indent="-65088" algn="just" defTabSz="4137025" rtl="0" eaLnBrk="0" fontAlgn="base" hangingPunct="0">
              <a:spcBef>
                <a:spcPct val="20000"/>
              </a:spcBef>
              <a:spcAft>
                <a:spcPct val="0"/>
              </a:spcAft>
              <a:buNone/>
              <a:defRPr sz="3200">
                <a:solidFill>
                  <a:schemeClr val="tx1"/>
                </a:solidFill>
                <a:latin typeface="+mn-lt"/>
              </a:defRPr>
            </a:lvl5pPr>
            <a:lvl6pPr marL="9765030" indent="-1035050" algn="l" defTabSz="4137025" rtl="0" fontAlgn="base">
              <a:spcBef>
                <a:spcPct val="20000"/>
              </a:spcBef>
              <a:spcAft>
                <a:spcPct val="0"/>
              </a:spcAft>
              <a:buChar char="»"/>
              <a:defRPr sz="9000">
                <a:solidFill>
                  <a:schemeClr val="tx1"/>
                </a:solidFill>
                <a:latin typeface="+mn-lt"/>
              </a:defRPr>
            </a:lvl6pPr>
            <a:lvl7pPr marL="10222230" indent="-1035050" algn="l" defTabSz="4137025" rtl="0" fontAlgn="base">
              <a:spcBef>
                <a:spcPct val="20000"/>
              </a:spcBef>
              <a:spcAft>
                <a:spcPct val="0"/>
              </a:spcAft>
              <a:buChar char="»"/>
              <a:defRPr sz="9000">
                <a:solidFill>
                  <a:schemeClr val="tx1"/>
                </a:solidFill>
                <a:latin typeface="+mn-lt"/>
              </a:defRPr>
            </a:lvl7pPr>
            <a:lvl8pPr marL="10679430" indent="-1035050" algn="l" defTabSz="4137025" rtl="0" fontAlgn="base">
              <a:spcBef>
                <a:spcPct val="20000"/>
              </a:spcBef>
              <a:spcAft>
                <a:spcPct val="0"/>
              </a:spcAft>
              <a:buChar char="»"/>
              <a:defRPr sz="9000">
                <a:solidFill>
                  <a:schemeClr val="tx1"/>
                </a:solidFill>
                <a:latin typeface="+mn-lt"/>
              </a:defRPr>
            </a:lvl8pPr>
            <a:lvl9pPr marL="11136630" indent="-1035050" algn="l" defTabSz="4137025" rtl="0" fontAlgn="base">
              <a:spcBef>
                <a:spcPct val="20000"/>
              </a:spcBef>
              <a:spcAft>
                <a:spcPct val="0"/>
              </a:spcAft>
              <a:buChar char="»"/>
              <a:defRPr sz="9000">
                <a:solidFill>
                  <a:schemeClr val="tx1"/>
                </a:solidFill>
                <a:latin typeface="+mn-lt"/>
              </a:defRPr>
            </a:lvl9pPr>
          </a:lstStyle>
          <a:p>
            <a:r>
              <a:rPr lang="pt-BR" altLang="pt-BR" kern="0" dirty="0">
                <a:latin typeface="Arial" panose="020B0604020202020204" pitchFamily="34" charset="0"/>
                <a:cs typeface="Geneva" pitchFamily="34" charset="0"/>
              </a:rPr>
              <a:t>RESULTADOS</a:t>
            </a:r>
          </a:p>
        </p:txBody>
      </p:sp>
      <p:sp>
        <p:nvSpPr>
          <p:cNvPr id="20" name="Espaço Reservado para Conteúdo 6">
            <a:extLst>
              <a:ext uri="{FF2B5EF4-FFF2-40B4-BE49-F238E27FC236}">
                <a16:creationId xmlns:a16="http://schemas.microsoft.com/office/drawing/2014/main" id="{334EE3E0-C86B-98C2-C602-4073CE98EDEC}"/>
              </a:ext>
            </a:extLst>
          </p:cNvPr>
          <p:cNvSpPr txBox="1">
            <a:spLocks/>
          </p:cNvSpPr>
          <p:nvPr/>
        </p:nvSpPr>
        <p:spPr bwMode="auto">
          <a:xfrm>
            <a:off x="16584938" y="11281587"/>
            <a:ext cx="14760000" cy="216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marL="0" indent="0" algn="l" defTabSz="4137025" rtl="0" eaLnBrk="0" fontAlgn="base" hangingPunct="0">
              <a:spcBef>
                <a:spcPct val="20000"/>
              </a:spcBef>
              <a:spcAft>
                <a:spcPct val="0"/>
              </a:spcAft>
              <a:buNone/>
              <a:defRPr sz="3200" b="1">
                <a:solidFill>
                  <a:schemeClr val="tx1"/>
                </a:solidFill>
                <a:latin typeface="+mn-lt"/>
                <a:ea typeface="+mn-ea"/>
                <a:cs typeface="+mn-cs"/>
              </a:defRPr>
            </a:lvl1pPr>
            <a:lvl2pPr marL="0" indent="0" algn="just" defTabSz="4137025" rtl="0" eaLnBrk="0" fontAlgn="base" hangingPunct="0">
              <a:lnSpc>
                <a:spcPct val="120000"/>
              </a:lnSpc>
              <a:spcBef>
                <a:spcPts val="600"/>
              </a:spcBef>
              <a:spcAft>
                <a:spcPct val="0"/>
              </a:spcAft>
              <a:buNone/>
              <a:defRPr sz="3200">
                <a:solidFill>
                  <a:schemeClr val="tx1"/>
                </a:solidFill>
                <a:latin typeface="+mn-lt"/>
              </a:defRPr>
            </a:lvl2pPr>
            <a:lvl3pPr marL="1763713" indent="-65088" algn="just" defTabSz="4137025" rtl="0" eaLnBrk="0" fontAlgn="base" hangingPunct="0">
              <a:spcBef>
                <a:spcPct val="20000"/>
              </a:spcBef>
              <a:spcAft>
                <a:spcPct val="0"/>
              </a:spcAft>
              <a:buNone/>
              <a:defRPr sz="3200">
                <a:solidFill>
                  <a:schemeClr val="tx1"/>
                </a:solidFill>
                <a:latin typeface="+mn-lt"/>
              </a:defRPr>
            </a:lvl3pPr>
            <a:lvl4pPr marL="1763713" indent="-65088" algn="just" defTabSz="4137025" rtl="0" eaLnBrk="0" fontAlgn="base" hangingPunct="0">
              <a:spcBef>
                <a:spcPct val="20000"/>
              </a:spcBef>
              <a:spcAft>
                <a:spcPct val="0"/>
              </a:spcAft>
              <a:buNone/>
              <a:defRPr sz="3200">
                <a:solidFill>
                  <a:schemeClr val="tx1"/>
                </a:solidFill>
                <a:latin typeface="+mn-lt"/>
              </a:defRPr>
            </a:lvl4pPr>
            <a:lvl5pPr marL="1763713" indent="-65088" algn="just" defTabSz="4137025" rtl="0" eaLnBrk="0" fontAlgn="base" hangingPunct="0">
              <a:spcBef>
                <a:spcPct val="20000"/>
              </a:spcBef>
              <a:spcAft>
                <a:spcPct val="0"/>
              </a:spcAft>
              <a:buNone/>
              <a:defRPr sz="3200">
                <a:solidFill>
                  <a:schemeClr val="tx1"/>
                </a:solidFill>
                <a:latin typeface="+mn-lt"/>
              </a:defRPr>
            </a:lvl5pPr>
            <a:lvl6pPr marL="9765030" indent="-1035050" algn="l" defTabSz="4137025" rtl="0" fontAlgn="base">
              <a:spcBef>
                <a:spcPct val="20000"/>
              </a:spcBef>
              <a:spcAft>
                <a:spcPct val="0"/>
              </a:spcAft>
              <a:buChar char="»"/>
              <a:defRPr sz="9000">
                <a:solidFill>
                  <a:schemeClr val="tx1"/>
                </a:solidFill>
                <a:latin typeface="+mn-lt"/>
              </a:defRPr>
            </a:lvl6pPr>
            <a:lvl7pPr marL="10222230" indent="-1035050" algn="l" defTabSz="4137025" rtl="0" fontAlgn="base">
              <a:spcBef>
                <a:spcPct val="20000"/>
              </a:spcBef>
              <a:spcAft>
                <a:spcPct val="0"/>
              </a:spcAft>
              <a:buChar char="»"/>
              <a:defRPr sz="9000">
                <a:solidFill>
                  <a:schemeClr val="tx1"/>
                </a:solidFill>
                <a:latin typeface="+mn-lt"/>
              </a:defRPr>
            </a:lvl7pPr>
            <a:lvl8pPr marL="10679430" indent="-1035050" algn="l" defTabSz="4137025" rtl="0" fontAlgn="base">
              <a:spcBef>
                <a:spcPct val="20000"/>
              </a:spcBef>
              <a:spcAft>
                <a:spcPct val="0"/>
              </a:spcAft>
              <a:buChar char="»"/>
              <a:defRPr sz="9000">
                <a:solidFill>
                  <a:schemeClr val="tx1"/>
                </a:solidFill>
                <a:latin typeface="+mn-lt"/>
              </a:defRPr>
            </a:lvl8pPr>
            <a:lvl9pPr marL="11136630" indent="-1035050" algn="l" defTabSz="4137025" rtl="0" fontAlgn="base">
              <a:spcBef>
                <a:spcPct val="20000"/>
              </a:spcBef>
              <a:spcAft>
                <a:spcPct val="0"/>
              </a:spcAft>
              <a:buChar char="»"/>
              <a:defRPr sz="9000">
                <a:solidFill>
                  <a:schemeClr val="tx1"/>
                </a:solidFill>
                <a:latin typeface="+mn-lt"/>
              </a:defRPr>
            </a:lvl9pPr>
          </a:lstStyle>
          <a:p>
            <a:pPr algn="just"/>
            <a:r>
              <a:rPr lang="pt-BR" sz="2700" b="0" kern="0" dirty="0"/>
              <a:t>Os artefatos produzidos durante esta pesquisa estão disponíveis no repositório GIT[6]. Nele estão disponíveis as questões de competência, modelo conceitual e o arquivo OWL. Os resultados também foram validados pela transformação das questões de competência em consultas SPARQL. Por questões de espaço não foram adicionadas neste poster.</a:t>
            </a:r>
          </a:p>
        </p:txBody>
      </p:sp>
    </p:spTree>
    <p:extLst>
      <p:ext uri="{BB962C8B-B14F-4D97-AF65-F5344CB8AC3E}">
        <p14:creationId xmlns:p14="http://schemas.microsoft.com/office/powerpoint/2010/main" val="1247229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A43310-5F5E-8CA0-2CAF-466A6923375A}"/>
              </a:ext>
            </a:extLst>
          </p:cNvPr>
          <p:cNvSpPr>
            <a:spLocks noGrp="1"/>
          </p:cNvSpPr>
          <p:nvPr>
            <p:ph type="title"/>
          </p:nvPr>
        </p:nvSpPr>
        <p:spPr>
          <a:xfrm>
            <a:off x="1213650" y="3976051"/>
            <a:ext cx="30110400" cy="2214000"/>
          </a:xfrm>
          <a:prstGeom prst="rect">
            <a:avLst/>
          </a:prstGeom>
        </p:spPr>
        <p:txBody>
          <a:bodyPr>
            <a:normAutofit/>
          </a:bodyPr>
          <a:lstStyle/>
          <a:p>
            <a:r>
              <a:rPr lang="en-US" dirty="0"/>
              <a:t>Domain Ontology of Public Procurement under Law 14.133 Grounded in UFO</a:t>
            </a:r>
          </a:p>
        </p:txBody>
      </p:sp>
      <p:sp>
        <p:nvSpPr>
          <p:cNvPr id="3" name="Espaço Reservado para Texto 2">
            <a:extLst>
              <a:ext uri="{FF2B5EF4-FFF2-40B4-BE49-F238E27FC236}">
                <a16:creationId xmlns:a16="http://schemas.microsoft.com/office/drawing/2014/main" id="{7B4BF549-5329-50B5-6C13-31E34CA9AC13}"/>
              </a:ext>
            </a:extLst>
          </p:cNvPr>
          <p:cNvSpPr>
            <a:spLocks noGrp="1"/>
          </p:cNvSpPr>
          <p:nvPr>
            <p:ph type="body" sz="quarter" idx="4294967295"/>
          </p:nvPr>
        </p:nvSpPr>
        <p:spPr>
          <a:xfrm>
            <a:off x="1802025" y="6782624"/>
            <a:ext cx="28800000" cy="1832101"/>
          </a:xfrm>
        </p:spPr>
        <p:txBody>
          <a:bodyPr numCol="2"/>
          <a:lstStyle/>
          <a:p>
            <a:pPr algn="ctr"/>
            <a:r>
              <a:rPr lang="en-US" sz="3600" dirty="0">
                <a:latin typeface="+mj-lt"/>
              </a:rPr>
              <a:t>Alex Pinheiro das Graças</a:t>
            </a:r>
          </a:p>
          <a:p>
            <a:pPr algn="ctr"/>
            <a:r>
              <a:rPr lang="en-US" sz="2400" dirty="0"/>
              <a:t>UTFPR, alexgracas@alunos.utfpr.edu.br</a:t>
            </a:r>
          </a:p>
          <a:p>
            <a:pPr algn="ctr"/>
            <a:r>
              <a:rPr lang="en-US" sz="3600" dirty="0">
                <a:latin typeface="+mj-lt"/>
              </a:rPr>
              <a:t>Cesar Tacla</a:t>
            </a:r>
          </a:p>
          <a:p>
            <a:pPr algn="ctr"/>
            <a:r>
              <a:rPr lang="en-US" sz="2400" dirty="0"/>
              <a:t>UTFPR, tacla@utfpr.edu.br</a:t>
            </a:r>
          </a:p>
        </p:txBody>
      </p:sp>
      <p:sp>
        <p:nvSpPr>
          <p:cNvPr id="6" name="Espaço Reservado para Conteúdo 5">
            <a:extLst>
              <a:ext uri="{FF2B5EF4-FFF2-40B4-BE49-F238E27FC236}">
                <a16:creationId xmlns:a16="http://schemas.microsoft.com/office/drawing/2014/main" id="{534485CC-E69B-76E9-6B67-8EC4D7634645}"/>
              </a:ext>
            </a:extLst>
          </p:cNvPr>
          <p:cNvSpPr>
            <a:spLocks noGrp="1"/>
          </p:cNvSpPr>
          <p:nvPr>
            <p:ph idx="1"/>
          </p:nvPr>
        </p:nvSpPr>
        <p:spPr>
          <a:xfrm>
            <a:off x="1104901" y="10176686"/>
            <a:ext cx="14760000" cy="1066800"/>
          </a:xfrm>
        </p:spPr>
        <p:txBody>
          <a:bodyPr/>
          <a:lstStyle/>
          <a:p>
            <a:pPr algn="l"/>
            <a:r>
              <a:rPr lang="en-US" dirty="0"/>
              <a:t>INTRODUCTION</a:t>
            </a:r>
          </a:p>
        </p:txBody>
      </p:sp>
      <p:sp>
        <p:nvSpPr>
          <p:cNvPr id="7" name="Espaço Reservado para Conteúdo 6">
            <a:extLst>
              <a:ext uri="{FF2B5EF4-FFF2-40B4-BE49-F238E27FC236}">
                <a16:creationId xmlns:a16="http://schemas.microsoft.com/office/drawing/2014/main" id="{7A389F5B-1DE9-AA18-9382-456F0C638FB9}"/>
              </a:ext>
            </a:extLst>
          </p:cNvPr>
          <p:cNvSpPr>
            <a:spLocks noGrp="1"/>
          </p:cNvSpPr>
          <p:nvPr>
            <p:ph idx="13"/>
          </p:nvPr>
        </p:nvSpPr>
        <p:spPr>
          <a:xfrm>
            <a:off x="1102225" y="11256186"/>
            <a:ext cx="14760000" cy="12777203"/>
          </a:xfrm>
        </p:spPr>
        <p:txBody>
          <a:bodyPr/>
          <a:lstStyle/>
          <a:p>
            <a:pPr algn="just" fontAlgn="auto">
              <a:spcBef>
                <a:spcPts val="0"/>
              </a:spcBef>
              <a:spcAft>
                <a:spcPts val="0"/>
              </a:spcAft>
            </a:pPr>
            <a:r>
              <a:rPr lang="en-US" sz="2800" b="0" dirty="0">
                <a:latin typeface="Arial" panose="020B0604020202020204" pitchFamily="34" charset="0"/>
                <a:cs typeface="Geneva" pitchFamily="34" charset="0"/>
              </a:rPr>
              <a:t>Purchasing and contracting are essential activities for public organizations and of great importance to many private companies. However, government procurement involves specific and complex legislation, along with a large number of procedures that make the bidding process slow and complex [1].</a:t>
            </a:r>
          </a:p>
          <a:p>
            <a:pPr algn="just" fontAlgn="auto">
              <a:spcBef>
                <a:spcPts val="0"/>
              </a:spcBef>
              <a:spcAft>
                <a:spcPts val="0"/>
              </a:spcAft>
            </a:pPr>
            <a:r>
              <a:rPr lang="en-US" sz="2800" b="0" dirty="0">
                <a:latin typeface="Arial" panose="020B0604020202020204" pitchFamily="34" charset="0"/>
                <a:cs typeface="Geneva" pitchFamily="34" charset="0"/>
              </a:rPr>
              <a:t>This slowness in the bidding process is often a direct consequence of its complexity, aggravated by the lack of knowledge or agreement among the parties involved. It is not uncommon for people involved in the process to be unaware of the documents required at each stage of the procurement, as well as the necessary requirements and information. This may lead to cases unnecessarily moving back and forth between different sectors of the government body.</a:t>
            </a:r>
          </a:p>
          <a:p>
            <a:pPr algn="just" fontAlgn="auto">
              <a:spcBef>
                <a:spcPts val="0"/>
              </a:spcBef>
              <a:spcAft>
                <a:spcPts val="0"/>
              </a:spcAft>
            </a:pPr>
            <a:r>
              <a:rPr lang="en-US" sz="2800" b="0" dirty="0">
                <a:latin typeface="Arial" panose="020B0604020202020204" pitchFamily="34" charset="0"/>
                <a:cs typeface="Geneva" pitchFamily="34" charset="0"/>
              </a:rPr>
              <a:t>Considering the importance of the procurement process and the possibility of developing information systems and artificial intelligence agents to make it faster and more accurate, this work proposes an ontology to represent this knowledge precisely and unambiguously. The primary goal of this ontology is to be useful for knowledge representation and retrieval, and for building information systems and artificial intelligence models supported by large language models.</a:t>
            </a:r>
          </a:p>
          <a:p>
            <a:pPr algn="just" fontAlgn="auto">
              <a:spcBef>
                <a:spcPts val="0"/>
              </a:spcBef>
              <a:spcAft>
                <a:spcPts val="0"/>
              </a:spcAft>
            </a:pPr>
            <a:r>
              <a:rPr lang="en-US" sz="2800" b="0" dirty="0">
                <a:latin typeface="Arial" panose="020B0604020202020204" pitchFamily="34" charset="0"/>
                <a:cs typeface="Geneva" pitchFamily="34" charset="0"/>
              </a:rPr>
              <a:t>To ensure the quality of the ontology, the SABiOx methodology [2] was adopted, focusing on the quality of the construction process. The UFO foundational ontology [3] and the OntoUML language were also used, addressing semantic interoperability, the explicitness of ontological commitments, and ensuring that the final artifact is conceptually clear and semantically unambiguous [4].</a:t>
            </a:r>
          </a:p>
        </p:txBody>
      </p:sp>
      <p:sp>
        <p:nvSpPr>
          <p:cNvPr id="10" name="Espaço Reservado para Conteúdo 9">
            <a:extLst>
              <a:ext uri="{FF2B5EF4-FFF2-40B4-BE49-F238E27FC236}">
                <a16:creationId xmlns:a16="http://schemas.microsoft.com/office/drawing/2014/main" id="{56769190-730D-D96D-2805-834F34C2F872}"/>
              </a:ext>
            </a:extLst>
          </p:cNvPr>
          <p:cNvSpPr>
            <a:spLocks noGrp="1"/>
          </p:cNvSpPr>
          <p:nvPr>
            <p:ph idx="16"/>
          </p:nvPr>
        </p:nvSpPr>
        <p:spPr>
          <a:xfrm>
            <a:off x="1102225" y="20523926"/>
            <a:ext cx="14760000" cy="1066800"/>
          </a:xfrm>
        </p:spPr>
        <p:txBody>
          <a:bodyPr/>
          <a:lstStyle/>
          <a:p>
            <a:pPr algn="l"/>
            <a:r>
              <a:rPr lang="en-US" dirty="0"/>
              <a:t>METHODOLOGY</a:t>
            </a:r>
          </a:p>
        </p:txBody>
      </p:sp>
      <p:sp>
        <p:nvSpPr>
          <p:cNvPr id="11" name="Espaço Reservado para Conteúdo 10">
            <a:extLst>
              <a:ext uri="{FF2B5EF4-FFF2-40B4-BE49-F238E27FC236}">
                <a16:creationId xmlns:a16="http://schemas.microsoft.com/office/drawing/2014/main" id="{1C1BA970-0F9E-DF13-FEAA-F63228C90EA5}"/>
              </a:ext>
            </a:extLst>
          </p:cNvPr>
          <p:cNvSpPr>
            <a:spLocks noGrp="1"/>
          </p:cNvSpPr>
          <p:nvPr>
            <p:ph idx="17"/>
          </p:nvPr>
        </p:nvSpPr>
        <p:spPr>
          <a:xfrm>
            <a:off x="1124450" y="21565326"/>
            <a:ext cx="14760000" cy="6781799"/>
          </a:xfrm>
        </p:spPr>
        <p:txBody>
          <a:bodyPr/>
          <a:lstStyle/>
          <a:p>
            <a:pPr algn="just" fontAlgn="auto">
              <a:spcBef>
                <a:spcPts val="0"/>
              </a:spcBef>
              <a:spcAft>
                <a:spcPts val="0"/>
              </a:spcAft>
            </a:pPr>
            <a:r>
              <a:rPr lang="en-US" sz="2700" b="0" dirty="0">
                <a:latin typeface="Arial" panose="020B0604020202020204" pitchFamily="34" charset="0"/>
                <a:cs typeface="Geneva" pitchFamily="34" charset="0"/>
              </a:rPr>
              <a:t>The development of the ontology followed the stages of the SABiOx methodology [2]. In the requirements phase, the purpose defined for the ontology was to represent concepts of the procurement process carried out by public agents, mainly at the federal level, based on Law 14.133 [5] and other supporting regulations. The concepts and relations must be clear and precise, improving documentation for users and large language models (LLMs), thus increasing the efficiency and accuracy of data representation and retrieval to support the creation, management and auditing of procurement processes. Finally, the ontology adopts the government perspective, focusing on the preparation, oversight and auditing of bidding processes.</a:t>
            </a:r>
          </a:p>
          <a:p>
            <a:pPr algn="just" fontAlgn="auto">
              <a:spcBef>
                <a:spcPts val="0"/>
              </a:spcBef>
              <a:spcAft>
                <a:spcPts val="0"/>
              </a:spcAft>
            </a:pPr>
            <a:r>
              <a:rPr lang="en-US" sz="2700" b="0" dirty="0">
                <a:latin typeface="Arial" panose="020B0604020202020204" pitchFamily="34" charset="0"/>
                <a:cs typeface="Geneva" pitchFamily="34" charset="0"/>
              </a:rPr>
              <a:t>COMPETENCY QUESTIONS</a:t>
            </a:r>
          </a:p>
          <a:p>
            <a:pPr algn="just" fontAlgn="auto">
              <a:spcBef>
                <a:spcPts val="0"/>
              </a:spcBef>
              <a:spcAft>
                <a:spcPts val="0"/>
              </a:spcAft>
            </a:pPr>
            <a:r>
              <a:rPr lang="en-US" sz="2700" b="0" dirty="0">
                <a:latin typeface="Arial" panose="020B0604020202020204" pitchFamily="34" charset="0"/>
                <a:cs typeface="Geneva" pitchFamily="34" charset="0"/>
              </a:rPr>
              <a:t>To identify the ontology requirements, the competency questions technique was applied. They were elicited through document analysis and interviews with experts from state and federal bodies: TRT-PR, TCE-PR and SEFAZ-PR. Some example questions are listed below. Further questions can be found in the project repository.</a:t>
            </a:r>
          </a:p>
          <a:p>
            <a:pPr algn="just" fontAlgn="auto">
              <a:spcBef>
                <a:spcPts val="0"/>
              </a:spcBef>
              <a:spcAft>
                <a:spcPts val="0"/>
              </a:spcAft>
            </a:pPr>
            <a:r>
              <a:rPr lang="en-US" sz="2700" b="0" dirty="0">
                <a:latin typeface="Arial" panose="020B0604020202020204" pitchFamily="34" charset="0"/>
                <a:cs typeface="Geneva" pitchFamily="34" charset="0"/>
              </a:rPr>
              <a:t>CQ1. Who are the people that took part in the bidding processes for the acquisition of IT products held in &lt;year&gt;?</a:t>
            </a:r>
          </a:p>
          <a:p>
            <a:pPr algn="just" fontAlgn="auto">
              <a:spcBef>
                <a:spcPts val="0"/>
              </a:spcBef>
              <a:spcAft>
                <a:spcPts val="0"/>
              </a:spcAft>
            </a:pPr>
            <a:r>
              <a:rPr lang="en-US" sz="2700" b="0" dirty="0">
                <a:latin typeface="Arial" panose="020B0604020202020204" pitchFamily="34" charset="0"/>
                <a:cs typeface="Geneva" pitchFamily="34" charset="0"/>
              </a:rPr>
              <a:t>CQ2. Which companies won bidding processes judged by the technical and price criterion?</a:t>
            </a:r>
          </a:p>
          <a:p>
            <a:pPr algn="just" fontAlgn="auto">
              <a:spcBef>
                <a:spcPts val="0"/>
              </a:spcBef>
              <a:spcAft>
                <a:spcPts val="0"/>
              </a:spcAft>
            </a:pPr>
            <a:r>
              <a:rPr lang="en-US" sz="2700" b="0" dirty="0">
                <a:latin typeface="Arial" panose="020B0604020202020204" pitchFamily="34" charset="0"/>
                <a:cs typeface="Geneva" pitchFamily="34" charset="0"/>
              </a:rPr>
              <a:t>CQ3. Which bidding processes of the Competent Authority were conducted by a contracting committee?</a:t>
            </a:r>
          </a:p>
          <a:p>
            <a:pPr algn="just" fontAlgn="auto">
              <a:spcBef>
                <a:spcPts val="0"/>
              </a:spcBef>
              <a:spcAft>
                <a:spcPts val="0"/>
              </a:spcAft>
            </a:pPr>
            <a:r>
              <a:rPr lang="en-US" sz="2700" b="0" dirty="0">
                <a:latin typeface="Arial" panose="020B0604020202020204" pitchFamily="34" charset="0"/>
                <a:cs typeface="Geneva" pitchFamily="34" charset="0"/>
              </a:rPr>
              <a:t>CQ4. What were the amounts submitted by the winning bidder for similar goods or services contracted in the bidding processes of &lt;year&gt;?</a:t>
            </a:r>
          </a:p>
          <a:p>
            <a:pPr algn="just" fontAlgn="auto">
              <a:spcBef>
                <a:spcPts val="0"/>
              </a:spcBef>
              <a:spcAft>
                <a:spcPts val="0"/>
              </a:spcAft>
            </a:pPr>
            <a:r>
              <a:rPr lang="en-US" sz="2700" b="0" dirty="0">
                <a:latin typeface="Arial" panose="020B0604020202020204" pitchFamily="34" charset="0"/>
                <a:cs typeface="Geneva" pitchFamily="34" charset="0"/>
              </a:rPr>
              <a:t>CQ5. What justifications were presented for waiving the bidding process in contracts with the company &lt;company&gt;?</a:t>
            </a:r>
          </a:p>
          <a:p>
            <a:pPr algn="just" fontAlgn="auto">
              <a:spcBef>
                <a:spcPts val="0"/>
              </a:spcBef>
              <a:spcAft>
                <a:spcPts val="0"/>
              </a:spcAft>
            </a:pPr>
            <a:r>
              <a:rPr lang="en-US" sz="2700" b="0" dirty="0">
                <a:latin typeface="Arial" panose="020B0604020202020204" pitchFamily="34" charset="0"/>
                <a:cs typeface="Geneva" pitchFamily="34" charset="0"/>
              </a:rPr>
              <a:t>CQ6. What were the winning proposals of the bidding processes authorized by the competent authority in &lt;year&gt;?</a:t>
            </a:r>
          </a:p>
          <a:p>
            <a:pPr algn="just" fontAlgn="auto">
              <a:spcBef>
                <a:spcPts val="0"/>
              </a:spcBef>
              <a:spcAft>
                <a:spcPts val="0"/>
              </a:spcAft>
            </a:pPr>
            <a:r>
              <a:rPr lang="en-US" sz="2700" b="0" dirty="0">
                <a:latin typeface="Arial" panose="020B0604020202020204" pitchFamily="34" charset="0"/>
                <a:cs typeface="Geneva" pitchFamily="34" charset="0"/>
              </a:rPr>
              <a:t>OntoUML and UFO were used to build the ontology, reusing the COVER ontology, the Public Expenditure ontology and the open data standard for public procurement. Finally, concepts were captured from Law 14.133/2021 and adjacent regulations (Decrees 11.462/2023 and 12.807/2025, and Complementary Law 182/2021</a:t>
            </a:r>
            <a:r>
              <a:rPr lang="en-US" sz="2700" dirty="0">
                <a:latin typeface="Arial" panose="020B0604020202020204" pitchFamily="34" charset="0"/>
                <a:cs typeface="Geneva" pitchFamily="34" charset="0"/>
              </a:rPr>
              <a:t>).</a:t>
            </a:r>
          </a:p>
        </p:txBody>
      </p:sp>
      <p:sp>
        <p:nvSpPr>
          <p:cNvPr id="12" name="Espaço Reservado para Conteúdo 11">
            <a:extLst>
              <a:ext uri="{FF2B5EF4-FFF2-40B4-BE49-F238E27FC236}">
                <a16:creationId xmlns:a16="http://schemas.microsoft.com/office/drawing/2014/main" id="{554104D9-FC55-1B02-4AAC-AFC19263B8B6}"/>
              </a:ext>
            </a:extLst>
          </p:cNvPr>
          <p:cNvSpPr>
            <a:spLocks noGrp="1"/>
          </p:cNvSpPr>
          <p:nvPr>
            <p:ph idx="18"/>
          </p:nvPr>
        </p:nvSpPr>
        <p:spPr>
          <a:xfrm>
            <a:off x="16556811" y="21620100"/>
            <a:ext cx="14760000" cy="1066800"/>
          </a:xfrm>
        </p:spPr>
        <p:txBody>
          <a:bodyPr/>
          <a:lstStyle/>
          <a:p>
            <a:pPr algn="l"/>
            <a:r>
              <a:rPr lang="en-US" dirty="0"/>
              <a:t>CONCLUSION</a:t>
            </a:r>
          </a:p>
        </p:txBody>
      </p:sp>
      <p:sp>
        <p:nvSpPr>
          <p:cNvPr id="13" name="Espaço Reservado para Conteúdo 12">
            <a:extLst>
              <a:ext uri="{FF2B5EF4-FFF2-40B4-BE49-F238E27FC236}">
                <a16:creationId xmlns:a16="http://schemas.microsoft.com/office/drawing/2014/main" id="{95F0FA89-2A7B-42D5-0AFD-DB5A92049E23}"/>
              </a:ext>
            </a:extLst>
          </p:cNvPr>
          <p:cNvSpPr>
            <a:spLocks noGrp="1"/>
          </p:cNvSpPr>
          <p:nvPr>
            <p:ph idx="19"/>
          </p:nvPr>
        </p:nvSpPr>
        <p:spPr>
          <a:xfrm>
            <a:off x="16556811" y="22610700"/>
            <a:ext cx="14760000" cy="5011800"/>
          </a:xfrm>
        </p:spPr>
        <p:txBody>
          <a:bodyPr/>
          <a:lstStyle/>
          <a:p>
            <a:pPr algn="just" fontAlgn="auto">
              <a:spcBef>
                <a:spcPts val="0"/>
              </a:spcBef>
              <a:spcAft>
                <a:spcPts val="0"/>
              </a:spcAft>
            </a:pPr>
            <a:r>
              <a:rPr lang="en-US" sz="2700" b="0" dirty="0">
                <a:latin typeface="Arial" panose="020B0604020202020204" pitchFamily="34" charset="0"/>
                <a:cs typeface="Geneva" pitchFamily="34" charset="0"/>
              </a:rPr>
              <a:t>Ontology Engineering, applied to highly complex domains such as the Brazilian procurement process under Law 14.133, proved to be a fundamental approach for organizing and precisely formalizing knowledge. This work documented the development of a domain ontology for federal procurement, using the SABiOx methodology to ensure systematicity and employing the OntoUML language, ontologically grounded in the Unified Foundational Ontology (UFO).</a:t>
            </a:r>
          </a:p>
          <a:p>
            <a:pPr algn="just" fontAlgn="auto">
              <a:spcBef>
                <a:spcPts val="0"/>
              </a:spcBef>
              <a:spcAft>
                <a:spcPts val="0"/>
              </a:spcAft>
            </a:pPr>
            <a:r>
              <a:rPr lang="en-US" sz="2700" b="0" dirty="0">
                <a:latin typeface="Arial" panose="020B0604020202020204" pitchFamily="34" charset="0"/>
                <a:cs typeface="Geneva" pitchFamily="34" charset="0"/>
              </a:rPr>
              <a:t>The main contribution lies in the creation of a decidable and semantically rigorous knowledge artifact. The adoption of UFO and OntoUML not only ensures that conceptual distinctions (such as the difference between Public Agent and Contracting Agent) reflect reality unambiguously, but also minimizes the ambiguity inherent to legal language. The use of competency questions guided the scope of the domain, ensuring that the model is able to answer the critical information demands of public agents.</a:t>
            </a:r>
          </a:p>
          <a:p>
            <a:pPr algn="just" fontAlgn="auto">
              <a:spcBef>
                <a:spcPts val="0"/>
              </a:spcBef>
              <a:spcAft>
                <a:spcPts val="0"/>
              </a:spcAft>
            </a:pPr>
            <a:r>
              <a:rPr lang="en-US" sz="2700" b="0" dirty="0">
                <a:latin typeface="Arial" panose="020B0604020202020204" pitchFamily="34" charset="0"/>
                <a:cs typeface="Geneva" pitchFamily="34" charset="0"/>
              </a:rPr>
              <a:t>The implementation of the operational ontology in OWL-DL (as detailed in Section 4.4), although admittedly implying a trade-off in expressiveness with respect to OntoUML, is a pragmatic choice that maximizes the usefulness of the ontology. This implemented model can be used by reasoners for consistency validation and by SPARQL queries for knowledge retrieval, overcoming the limitations of information systems based on traditional data schemas.</a:t>
            </a:r>
          </a:p>
          <a:p>
            <a:pPr algn="just" fontAlgn="auto">
              <a:spcBef>
                <a:spcPts val="0"/>
              </a:spcBef>
              <a:spcAft>
                <a:spcPts val="0"/>
              </a:spcAft>
            </a:pPr>
            <a:r>
              <a:rPr lang="en-US" sz="2700" b="0" dirty="0">
                <a:latin typeface="Arial" panose="020B0604020202020204" pitchFamily="34" charset="0"/>
                <a:cs typeface="Geneva" pitchFamily="34" charset="0"/>
              </a:rPr>
              <a:t>As future work, it will be essential to carry out a usability validation with agents from government bodies, followed by the integration of the ontology into a Large Language Model (LLM) to demonstrate the ability to inject factual knowledge, answer user questions and avoid hallucinations in responses about Law 14.133. Ultimately, this domain ontology is a concrete step towards increasing the quality, efficiency and auditability of procurement processes through a precise and formal knowledge representation.</a:t>
            </a:r>
          </a:p>
        </p:txBody>
      </p:sp>
      <p:sp>
        <p:nvSpPr>
          <p:cNvPr id="24" name=" 23">
            <a:extLst>
              <a:ext uri="{FF2B5EF4-FFF2-40B4-BE49-F238E27FC236}">
                <a16:creationId xmlns:a16="http://schemas.microsoft.com/office/drawing/2014/main" id="{EB8B5F84-853D-98FA-C882-38A8BA932FD0}"/>
              </a:ext>
            </a:extLst>
          </p:cNvPr>
          <p:cNvSpPr txBox="1">
            <a:spLocks/>
          </p:cNvSpPr>
          <p:nvPr/>
        </p:nvSpPr>
        <p:spPr bwMode="auto">
          <a:xfrm>
            <a:off x="16541825" y="325167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defPPr>
              <a:defRPr lang="pt-BR"/>
            </a:defPPr>
            <a:lvl1pPr marL="0" algn="l" defTabSz="914400" rtl="0" eaLnBrk="1" latinLnBrk="0" hangingPunct="1">
              <a:defRPr lang="pt-BR" altLang="pt-BR" sz="6000" b="1"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REFERENCES</a:t>
            </a:r>
          </a:p>
        </p:txBody>
      </p:sp>
      <p:sp>
        <p:nvSpPr>
          <p:cNvPr id="25" name=" 24">
            <a:extLst>
              <a:ext uri="{FF2B5EF4-FFF2-40B4-BE49-F238E27FC236}">
                <a16:creationId xmlns:a16="http://schemas.microsoft.com/office/drawing/2014/main" id="{8C78906B-EF3A-8C24-DA2A-3B5F0B13B701}"/>
              </a:ext>
            </a:extLst>
          </p:cNvPr>
          <p:cNvSpPr txBox="1">
            <a:spLocks/>
          </p:cNvSpPr>
          <p:nvPr/>
        </p:nvSpPr>
        <p:spPr bwMode="auto">
          <a:xfrm>
            <a:off x="16556811" y="33507300"/>
            <a:ext cx="14760000" cy="501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defPPr>
              <a:defRPr lang="pt-BR"/>
            </a:defPPr>
            <a:lvl1pPr marL="0" algn="l" defTabSz="914400" rtl="0" eaLnBrk="1" latinLnBrk="0" hangingPunct="1">
              <a:defRPr lang="pt-BR" altLang="pt-BR" sz="3200" kern="1200" dirty="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fontAlgn="auto">
              <a:spcBef>
                <a:spcPts val="0"/>
              </a:spcBef>
              <a:spcAft>
                <a:spcPts val="300"/>
              </a:spcAft>
              <a:buNone/>
            </a:pPr>
            <a:r>
              <a:rPr lang="en-US" sz="2400" dirty="0">
                <a:latin typeface="Arial" panose="020B0604020202020204" pitchFamily="34" charset="0"/>
                <a:cs typeface="Geneva" pitchFamily="34" charset="0"/>
              </a:rPr>
              <a:t>[1] CELESTINO, W. T.; FAUSTINO, Á. A.; ARAÚJO, M. C.; SILVA, N. G. A. Perspectivas e desafios: a implementação da nova lei de licitações e contratos nas universidades federais brasileiras. Revista Gestão Organizacional, v. 18, p. 86-107.</a:t>
            </a:r>
          </a:p>
          <a:p>
            <a:pPr marL="342900" indent="-342900" algn="just" fontAlgn="auto">
              <a:spcBef>
                <a:spcPts val="0"/>
              </a:spcBef>
              <a:spcAft>
                <a:spcPts val="300"/>
              </a:spcAft>
              <a:buNone/>
            </a:pPr>
            <a:r>
              <a:rPr lang="en-US" sz="2400" dirty="0">
                <a:latin typeface="Arial" panose="020B0604020202020204" pitchFamily="34" charset="0"/>
                <a:cs typeface="Geneva" pitchFamily="34" charset="0"/>
              </a:rPr>
              <a:t>[2] AGUIAR, C. Z.; SOUZA, V. E. S. SABiOx: the extended systematic approach for building ontologies. In: 17th Seminar on Ontology Research in Brazil (ONTOBRAS 2024), Vitória, 2024.</a:t>
            </a:r>
          </a:p>
          <a:p>
            <a:pPr marL="342900" indent="-342900" algn="just" fontAlgn="auto">
              <a:spcBef>
                <a:spcPts val="0"/>
              </a:spcBef>
              <a:spcAft>
                <a:spcPts val="300"/>
              </a:spcAft>
              <a:buNone/>
            </a:pPr>
            <a:r>
              <a:rPr lang="en-US" sz="2400" dirty="0">
                <a:latin typeface="Arial" panose="020B0604020202020204" pitchFamily="34" charset="0"/>
                <a:cs typeface="Geneva" pitchFamily="34" charset="0"/>
              </a:rPr>
              <a:t>[3] GUIZZARDI, G. Ontological Foundations for Structural Conceptual Models. Enschede: Telematica Instituut, 2005.</a:t>
            </a:r>
          </a:p>
          <a:p>
            <a:pPr marL="342900" indent="-342900" algn="just" fontAlgn="auto">
              <a:spcBef>
                <a:spcPts val="0"/>
              </a:spcBef>
              <a:spcAft>
                <a:spcPts val="300"/>
              </a:spcAft>
              <a:buNone/>
            </a:pPr>
            <a:r>
              <a:rPr lang="en-US" sz="2400" dirty="0">
                <a:latin typeface="Arial" panose="020B0604020202020204" pitchFamily="34" charset="0"/>
                <a:cs typeface="Geneva" pitchFamily="34" charset="0"/>
              </a:rPr>
              <a:t>[4] GUIZZARDI, G. The Role of Foundational Ontologies for Conceptual Modeling and Domain Ontology Representation. International Journal of Information System Modeling and Design, 2012.</a:t>
            </a:r>
          </a:p>
          <a:p>
            <a:pPr marL="342900" indent="-342900" algn="just" fontAlgn="auto">
              <a:spcBef>
                <a:spcPts val="0"/>
              </a:spcBef>
              <a:spcAft>
                <a:spcPts val="300"/>
              </a:spcAft>
              <a:buNone/>
            </a:pPr>
            <a:r>
              <a:rPr lang="en-US" sz="2400" dirty="0">
                <a:latin typeface="Arial" panose="020B0604020202020204" pitchFamily="34" charset="0"/>
                <a:cs typeface="Geneva" pitchFamily="34" charset="0"/>
              </a:rPr>
              <a:t>[5] BRASIL. Law No. 14.133, of April 1, 2021. Brazilian Public Procurement and Contracts Law. Brasília, 2021.</a:t>
            </a:r>
          </a:p>
          <a:p>
            <a:pPr marL="342900" indent="-342900" algn="just" fontAlgn="auto">
              <a:spcBef>
                <a:spcPts val="0"/>
              </a:spcBef>
              <a:spcAft>
                <a:spcPts val="0"/>
              </a:spcAft>
            </a:pPr>
            <a:r>
              <a:rPr lang="pt-BR" sz="2400" dirty="0">
                <a:latin typeface="Arial" panose="020B0604020202020204" pitchFamily="34" charset="0"/>
                <a:cs typeface="Geneva" pitchFamily="34" charset="0"/>
              </a:rPr>
              <a:t>[6] GRAÇAS, A. , "Ontologia de Licitação," 2026. [Online]. Disponível:</a:t>
            </a:r>
          </a:p>
          <a:p>
            <a:pPr marL="342900" indent="-342900" algn="just" fontAlgn="auto">
              <a:spcBef>
                <a:spcPts val="0"/>
              </a:spcBef>
              <a:spcAft>
                <a:spcPts val="0"/>
              </a:spcAft>
            </a:pPr>
            <a:r>
              <a:rPr lang="pt-BR" sz="2400" dirty="0">
                <a:latin typeface="Arial" panose="020B0604020202020204" pitchFamily="34" charset="0"/>
                <a:cs typeface="Geneva" pitchFamily="34" charset="0"/>
              </a:rPr>
              <a:t>https://</a:t>
            </a:r>
            <a:r>
              <a:rPr lang="pt-BR" sz="2400" dirty="0" err="1">
                <a:latin typeface="Arial" panose="020B0604020202020204" pitchFamily="34" charset="0"/>
                <a:cs typeface="Geneva" pitchFamily="34" charset="0"/>
              </a:rPr>
              <a:t>github.com</a:t>
            </a:r>
            <a:r>
              <a:rPr lang="pt-BR" sz="2400" dirty="0">
                <a:latin typeface="Arial" panose="020B0604020202020204" pitchFamily="34" charset="0"/>
                <a:cs typeface="Geneva" pitchFamily="34" charset="0"/>
              </a:rPr>
              <a:t>/</a:t>
            </a:r>
            <a:r>
              <a:rPr lang="pt-BR" sz="2400" dirty="0" err="1">
                <a:latin typeface="Arial" panose="020B0604020202020204" pitchFamily="34" charset="0"/>
                <a:cs typeface="Geneva" pitchFamily="34" charset="0"/>
              </a:rPr>
              <a:t>AlexGracas</a:t>
            </a:r>
            <a:r>
              <a:rPr lang="pt-BR" sz="2400" dirty="0">
                <a:latin typeface="Arial" panose="020B0604020202020204" pitchFamily="34" charset="0"/>
                <a:cs typeface="Geneva" pitchFamily="34" charset="0"/>
              </a:rPr>
              <a:t>/ontologia-14133 [</a:t>
            </a:r>
            <a:r>
              <a:rPr lang="pt-BR" sz="2400" dirty="0" err="1">
                <a:latin typeface="Arial" panose="020B0604020202020204" pitchFamily="34" charset="0"/>
                <a:cs typeface="Geneva" pitchFamily="34" charset="0"/>
              </a:rPr>
              <a:t>Accessed</a:t>
            </a:r>
            <a:r>
              <a:rPr lang="pt-BR" sz="2400" dirty="0">
                <a:latin typeface="Arial" panose="020B0604020202020204" pitchFamily="34" charset="0"/>
                <a:cs typeface="Geneva" pitchFamily="34" charset="0"/>
              </a:rPr>
              <a:t> Setembro 2026].</a:t>
            </a:r>
          </a:p>
          <a:p>
            <a:pPr marL="342900" indent="-342900" algn="just" fontAlgn="auto">
              <a:spcBef>
                <a:spcPts val="0"/>
              </a:spcBef>
              <a:spcAft>
                <a:spcPts val="300"/>
              </a:spcAft>
              <a:buNone/>
            </a:pPr>
            <a:endParaRPr lang="en-US" sz="2400" dirty="0">
              <a:latin typeface="Arial" panose="020B0604020202020204" pitchFamily="34" charset="0"/>
              <a:cs typeface="Geneva" pitchFamily="34" charset="0"/>
            </a:endParaRPr>
          </a:p>
        </p:txBody>
      </p:sp>
      <p:pic>
        <p:nvPicPr>
          <p:cNvPr id="4" name="Imagem 3">
            <a:extLst>
              <a:ext uri="{FF2B5EF4-FFF2-40B4-BE49-F238E27FC236}">
                <a16:creationId xmlns:a16="http://schemas.microsoft.com/office/drawing/2014/main" id="{DD691777-11B6-5906-80FE-6DB47EA701D5}"/>
              </a:ext>
            </a:extLst>
          </p:cNvPr>
          <p:cNvPicPr>
            <a:picLocks noChangeAspect="1"/>
          </p:cNvPicPr>
          <p:nvPr/>
        </p:nvPicPr>
        <p:blipFill>
          <a:blip r:embed="rId3"/>
          <a:stretch>
            <a:fillRect/>
          </a:stretch>
        </p:blipFill>
        <p:spPr>
          <a:xfrm>
            <a:off x="23154418" y="395255"/>
            <a:ext cx="6580795" cy="2615609"/>
          </a:xfrm>
          <a:prstGeom prst="rect">
            <a:avLst/>
          </a:prstGeom>
        </p:spPr>
      </p:pic>
      <p:pic>
        <p:nvPicPr>
          <p:cNvPr id="27" name="Espaço Reservado para Imagem 26">
            <a:extLst>
              <a:ext uri="{FF2B5EF4-FFF2-40B4-BE49-F238E27FC236}">
                <a16:creationId xmlns:a16="http://schemas.microsoft.com/office/drawing/2014/main" id="{C268687E-CFE8-78EF-690C-9DC891D535BC}"/>
              </a:ext>
            </a:extLst>
          </p:cNvPr>
          <p:cNvPicPr>
            <a:picLocks noGrp="1" noChangeAspect="1"/>
          </p:cNvPicPr>
          <p:nvPr>
            <p:ph type="pic" sz="quarter" idx="20"/>
          </p:nvPr>
        </p:nvPicPr>
        <p:blipFill rotWithShape="1">
          <a:blip r:embed="rId4">
            <a:extLst>
              <a:ext uri="{28A0092B-C50C-407E-A947-70E740481C1C}">
                <a14:useLocalDpi xmlns:a14="http://schemas.microsoft.com/office/drawing/2010/main" val="0"/>
              </a:ext>
            </a:extLst>
          </a:blip>
          <a:srcRect l="1056" t="3954" r="1718" b="4709"/>
          <a:stretch>
            <a:fillRect/>
          </a:stretch>
        </p:blipFill>
        <p:spPr>
          <a:xfrm>
            <a:off x="17040225" y="13373100"/>
            <a:ext cx="14020800" cy="7086600"/>
          </a:xfrm>
          <a:prstGeom prst="rect">
            <a:avLst/>
          </a:prstGeom>
        </p:spPr>
      </p:pic>
      <p:pic>
        <p:nvPicPr>
          <p:cNvPr id="37" name="Imagem 36">
            <a:extLst>
              <a:ext uri="{FF2B5EF4-FFF2-40B4-BE49-F238E27FC236}">
                <a16:creationId xmlns:a16="http://schemas.microsoft.com/office/drawing/2014/main" id="{B01B8097-1AFA-51B2-955E-EE28D5465017}"/>
              </a:ext>
            </a:extLst>
          </p:cNvPr>
          <p:cNvPicPr>
            <a:picLocks noChangeAspect="1"/>
          </p:cNvPicPr>
          <p:nvPr/>
        </p:nvPicPr>
        <p:blipFill>
          <a:blip r:embed="rId5"/>
          <a:srcRect l="748" t="6146" r="472" b="9626"/>
          <a:stretch>
            <a:fillRect/>
          </a:stretch>
        </p:blipFill>
        <p:spPr>
          <a:xfrm>
            <a:off x="1213650" y="33870900"/>
            <a:ext cx="14353950" cy="2667001"/>
          </a:xfrm>
          <a:prstGeom prst="rect">
            <a:avLst/>
          </a:prstGeom>
        </p:spPr>
      </p:pic>
      <p:sp>
        <p:nvSpPr>
          <p:cNvPr id="9" name="Espaço Reservado para Texto 14">
            <a:extLst>
              <a:ext uri="{FF2B5EF4-FFF2-40B4-BE49-F238E27FC236}">
                <a16:creationId xmlns:a16="http://schemas.microsoft.com/office/drawing/2014/main" id="{BDFE3B02-D27B-EB08-6320-8D803985C4F9}"/>
              </a:ext>
            </a:extLst>
          </p:cNvPr>
          <p:cNvSpPr>
            <a:spLocks noGrp="1"/>
          </p:cNvSpPr>
          <p:nvPr>
            <p:ph type="body" sz="quarter" idx="21"/>
          </p:nvPr>
        </p:nvSpPr>
        <p:spPr>
          <a:xfrm>
            <a:off x="1213650" y="36560761"/>
            <a:ext cx="14759999" cy="1066800"/>
          </a:xfrm>
        </p:spPr>
        <p:txBody>
          <a:bodyPr/>
          <a:lstStyle/>
          <a:p>
            <a:r>
              <a:rPr lang="en-US" b="1" dirty="0">
                <a:latin typeface="Arial" panose="020B0604020202020204" pitchFamily="34" charset="0"/>
                <a:cs typeface="Arial" panose="020B0604020202020204" pitchFamily="34" charset="0"/>
              </a:rPr>
              <a:t>Figure 1 - </a:t>
            </a:r>
            <a:r>
              <a:rPr lang="en-US" dirty="0">
                <a:latin typeface="Arial" panose="020B0604020202020204" pitchFamily="34" charset="0"/>
                <a:cs typeface="Arial" panose="020B0604020202020204" pitchFamily="34" charset="0"/>
              </a:rPr>
              <a:t> Part of the ontology that allows answering which legal entities submitted proposals in a given bidding process &lt;X&gt; [CQ1] and which were the winning proposals for direct contracting authorized by a specific competent authority [CQ6].</a:t>
            </a:r>
          </a:p>
        </p:txBody>
      </p:sp>
      <p:sp>
        <p:nvSpPr>
          <p:cNvPr id="14" name="Espaço Reservado para Texto 14">
            <a:extLst>
              <a:ext uri="{FF2B5EF4-FFF2-40B4-BE49-F238E27FC236}">
                <a16:creationId xmlns:a16="http://schemas.microsoft.com/office/drawing/2014/main" id="{F89F8E7C-BF18-F6F5-7E1E-D3A9F583A8D7}"/>
              </a:ext>
            </a:extLst>
          </p:cNvPr>
          <p:cNvSpPr txBox="1">
            <a:spLocks/>
          </p:cNvSpPr>
          <p:nvPr/>
        </p:nvSpPr>
        <p:spPr bwMode="auto">
          <a:xfrm>
            <a:off x="16670626" y="20459700"/>
            <a:ext cx="14631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marL="0" marR="0" indent="0" algn="l" defTabSz="4137025" rtl="0" eaLnBrk="0" fontAlgn="base" latinLnBrk="0" hangingPunct="0">
              <a:lnSpc>
                <a:spcPct val="100000"/>
              </a:lnSpc>
              <a:spcBef>
                <a:spcPct val="20000"/>
              </a:spcBef>
              <a:spcAft>
                <a:spcPct val="0"/>
              </a:spcAft>
              <a:buClrTx/>
              <a:buSzTx/>
              <a:buFont typeface="Arial" panose="020B0604020202020204" pitchFamily="34" charset="0"/>
              <a:buNone/>
              <a:tabLst/>
              <a:defRPr sz="2400" b="0">
                <a:solidFill>
                  <a:schemeClr val="tx1"/>
                </a:solidFill>
                <a:latin typeface="+mn-lt"/>
                <a:ea typeface="+mn-ea"/>
                <a:cs typeface="+mn-cs"/>
              </a:defRPr>
            </a:lvl1pPr>
            <a:lvl2pPr marL="0" indent="0" algn="l" defTabSz="4137025" rtl="0" eaLnBrk="0" fontAlgn="base" hangingPunct="0">
              <a:lnSpc>
                <a:spcPct val="120000"/>
              </a:lnSpc>
              <a:spcBef>
                <a:spcPts val="600"/>
              </a:spcBef>
              <a:spcAft>
                <a:spcPct val="0"/>
              </a:spcAft>
              <a:buFont typeface="Arial" panose="020B0604020202020204" pitchFamily="34" charset="0"/>
              <a:buNone/>
              <a:defRPr sz="3200">
                <a:solidFill>
                  <a:schemeClr val="tx1"/>
                </a:solidFill>
                <a:latin typeface="+mn-lt"/>
              </a:defRPr>
            </a:lvl2pPr>
            <a:lvl3pPr marL="1698625" indent="0" algn="l" defTabSz="4137025" rtl="0" eaLnBrk="0" fontAlgn="base" hangingPunct="0">
              <a:spcBef>
                <a:spcPct val="20000"/>
              </a:spcBef>
              <a:spcAft>
                <a:spcPct val="0"/>
              </a:spcAft>
              <a:buFont typeface="Arial" panose="020B0604020202020204" pitchFamily="34" charset="0"/>
              <a:buNone/>
              <a:defRPr sz="3200">
                <a:solidFill>
                  <a:schemeClr val="tx1"/>
                </a:solidFill>
                <a:latin typeface="+mn-lt"/>
              </a:defRPr>
            </a:lvl3pPr>
            <a:lvl4pPr marL="1698625" indent="0" algn="l" defTabSz="4137025" rtl="0" eaLnBrk="0" fontAlgn="base" hangingPunct="0">
              <a:spcBef>
                <a:spcPct val="20000"/>
              </a:spcBef>
              <a:spcAft>
                <a:spcPct val="0"/>
              </a:spcAft>
              <a:buFont typeface="Arial" panose="020B0604020202020204" pitchFamily="34" charset="0"/>
              <a:buNone/>
              <a:defRPr sz="3200">
                <a:solidFill>
                  <a:schemeClr val="tx1"/>
                </a:solidFill>
                <a:latin typeface="+mn-lt"/>
              </a:defRPr>
            </a:lvl4pPr>
            <a:lvl5pPr marL="1698625" indent="0" algn="l" defTabSz="4137025" rtl="0" eaLnBrk="0" fontAlgn="base" hangingPunct="0">
              <a:spcBef>
                <a:spcPct val="20000"/>
              </a:spcBef>
              <a:spcAft>
                <a:spcPct val="0"/>
              </a:spcAft>
              <a:buFont typeface="Arial" panose="020B0604020202020204" pitchFamily="34" charset="0"/>
              <a:buNone/>
              <a:defRPr sz="3200">
                <a:solidFill>
                  <a:schemeClr val="tx1"/>
                </a:solidFill>
                <a:latin typeface="+mn-lt"/>
              </a:defRPr>
            </a:lvl5pPr>
            <a:lvl6pPr marL="9765030" indent="-1035050" algn="l" defTabSz="4137025" rtl="0" fontAlgn="base">
              <a:spcBef>
                <a:spcPct val="20000"/>
              </a:spcBef>
              <a:spcAft>
                <a:spcPct val="0"/>
              </a:spcAft>
              <a:buChar char="»"/>
              <a:defRPr sz="9000">
                <a:solidFill>
                  <a:schemeClr val="tx1"/>
                </a:solidFill>
                <a:latin typeface="+mn-lt"/>
              </a:defRPr>
            </a:lvl6pPr>
            <a:lvl7pPr marL="10222230" indent="-1035050" algn="l" defTabSz="4137025" rtl="0" fontAlgn="base">
              <a:spcBef>
                <a:spcPct val="20000"/>
              </a:spcBef>
              <a:spcAft>
                <a:spcPct val="0"/>
              </a:spcAft>
              <a:buChar char="»"/>
              <a:defRPr sz="9000">
                <a:solidFill>
                  <a:schemeClr val="tx1"/>
                </a:solidFill>
                <a:latin typeface="+mn-lt"/>
              </a:defRPr>
            </a:lvl7pPr>
            <a:lvl8pPr marL="10679430" indent="-1035050" algn="l" defTabSz="4137025" rtl="0" fontAlgn="base">
              <a:spcBef>
                <a:spcPct val="20000"/>
              </a:spcBef>
              <a:spcAft>
                <a:spcPct val="0"/>
              </a:spcAft>
              <a:buChar char="»"/>
              <a:defRPr sz="9000">
                <a:solidFill>
                  <a:schemeClr val="tx1"/>
                </a:solidFill>
                <a:latin typeface="+mn-lt"/>
              </a:defRPr>
            </a:lvl8pPr>
            <a:lvl9pPr marL="11136630" indent="-1035050" algn="l" defTabSz="4137025" rtl="0" fontAlgn="base">
              <a:spcBef>
                <a:spcPct val="20000"/>
              </a:spcBef>
              <a:spcAft>
                <a:spcPct val="0"/>
              </a:spcAft>
              <a:buChar char="»"/>
              <a:defRPr sz="9000">
                <a:solidFill>
                  <a:schemeClr val="tx1"/>
                </a:solidFill>
                <a:latin typeface="+mn-lt"/>
              </a:defRPr>
            </a:lvl9pPr>
          </a:lstStyle>
          <a:p>
            <a:r>
              <a:rPr lang="en-US" b="1" kern="0" dirty="0">
                <a:latin typeface="Arial" panose="020B0604020202020204" pitchFamily="34" charset="0"/>
                <a:cs typeface="Arial" panose="020B0604020202020204" pitchFamily="34" charset="0"/>
              </a:rPr>
              <a:t>Figure 2 -  </a:t>
            </a:r>
            <a:r>
              <a:rPr lang="en-US" kern="0" dirty="0">
                <a:latin typeface="Arial" panose="020B0604020202020204" pitchFamily="34" charset="0"/>
                <a:cs typeface="Arial" panose="020B0604020202020204" pitchFamily="34" charset="0"/>
              </a:rPr>
              <a:t>Part of the ontology that allows answering [CQ2] and [CQ5], recording the history of bidding events, the type of dispute used and the judgment criteria applied in a dispute.</a:t>
            </a:r>
          </a:p>
        </p:txBody>
      </p:sp>
      <p:sp>
        <p:nvSpPr>
          <p:cNvPr id="5" name="Espaço Reservado para Conteúdo 5">
            <a:extLst>
              <a:ext uri="{FF2B5EF4-FFF2-40B4-BE49-F238E27FC236}">
                <a16:creationId xmlns:a16="http://schemas.microsoft.com/office/drawing/2014/main" id="{5CB1CD05-E2ED-105D-886D-EF894DD78763}"/>
              </a:ext>
            </a:extLst>
          </p:cNvPr>
          <p:cNvSpPr txBox="1">
            <a:spLocks/>
          </p:cNvSpPr>
          <p:nvPr/>
        </p:nvSpPr>
        <p:spPr bwMode="auto">
          <a:xfrm>
            <a:off x="16539149" y="10193400"/>
            <a:ext cx="1476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marL="0" indent="0" algn="l" defTabSz="4137025" rtl="0" eaLnBrk="0" fontAlgn="base" hangingPunct="0">
              <a:spcBef>
                <a:spcPct val="20000"/>
              </a:spcBef>
              <a:spcAft>
                <a:spcPct val="0"/>
              </a:spcAft>
              <a:buNone/>
              <a:defRPr sz="6000" b="1">
                <a:solidFill>
                  <a:schemeClr val="tx1"/>
                </a:solidFill>
                <a:latin typeface="+mn-lt"/>
                <a:ea typeface="+mn-ea"/>
                <a:cs typeface="+mn-cs"/>
              </a:defRPr>
            </a:lvl1pPr>
            <a:lvl2pPr marL="0" indent="0" algn="just" defTabSz="4137025" rtl="0" eaLnBrk="0" fontAlgn="base" hangingPunct="0">
              <a:lnSpc>
                <a:spcPct val="120000"/>
              </a:lnSpc>
              <a:spcBef>
                <a:spcPts val="600"/>
              </a:spcBef>
              <a:spcAft>
                <a:spcPct val="0"/>
              </a:spcAft>
              <a:buNone/>
              <a:defRPr sz="3200">
                <a:solidFill>
                  <a:schemeClr val="tx1"/>
                </a:solidFill>
                <a:latin typeface="+mn-lt"/>
              </a:defRPr>
            </a:lvl2pPr>
            <a:lvl3pPr marL="1763713" indent="-65088" algn="just" defTabSz="4137025" rtl="0" eaLnBrk="0" fontAlgn="base" hangingPunct="0">
              <a:spcBef>
                <a:spcPct val="20000"/>
              </a:spcBef>
              <a:spcAft>
                <a:spcPct val="0"/>
              </a:spcAft>
              <a:buNone/>
              <a:defRPr sz="3200">
                <a:solidFill>
                  <a:schemeClr val="tx1"/>
                </a:solidFill>
                <a:latin typeface="+mn-lt"/>
              </a:defRPr>
            </a:lvl3pPr>
            <a:lvl4pPr marL="1763713" indent="-65088" algn="just" defTabSz="4137025" rtl="0" eaLnBrk="0" fontAlgn="base" hangingPunct="0">
              <a:spcBef>
                <a:spcPct val="20000"/>
              </a:spcBef>
              <a:spcAft>
                <a:spcPct val="0"/>
              </a:spcAft>
              <a:buNone/>
              <a:defRPr sz="3200">
                <a:solidFill>
                  <a:schemeClr val="tx1"/>
                </a:solidFill>
                <a:latin typeface="+mn-lt"/>
              </a:defRPr>
            </a:lvl4pPr>
            <a:lvl5pPr marL="1763713" indent="-65088" algn="just" defTabSz="4137025" rtl="0" eaLnBrk="0" fontAlgn="base" hangingPunct="0">
              <a:spcBef>
                <a:spcPct val="20000"/>
              </a:spcBef>
              <a:spcAft>
                <a:spcPct val="0"/>
              </a:spcAft>
              <a:buNone/>
              <a:defRPr sz="3200">
                <a:solidFill>
                  <a:schemeClr val="tx1"/>
                </a:solidFill>
                <a:latin typeface="+mn-lt"/>
              </a:defRPr>
            </a:lvl5pPr>
            <a:lvl6pPr marL="9765030" indent="-1035050" algn="l" defTabSz="4137025" rtl="0" fontAlgn="base">
              <a:spcBef>
                <a:spcPct val="20000"/>
              </a:spcBef>
              <a:spcAft>
                <a:spcPct val="0"/>
              </a:spcAft>
              <a:buChar char="»"/>
              <a:defRPr sz="9000">
                <a:solidFill>
                  <a:schemeClr val="tx1"/>
                </a:solidFill>
                <a:latin typeface="+mn-lt"/>
              </a:defRPr>
            </a:lvl6pPr>
            <a:lvl7pPr marL="10222230" indent="-1035050" algn="l" defTabSz="4137025" rtl="0" fontAlgn="base">
              <a:spcBef>
                <a:spcPct val="20000"/>
              </a:spcBef>
              <a:spcAft>
                <a:spcPct val="0"/>
              </a:spcAft>
              <a:buChar char="»"/>
              <a:defRPr sz="9000">
                <a:solidFill>
                  <a:schemeClr val="tx1"/>
                </a:solidFill>
                <a:latin typeface="+mn-lt"/>
              </a:defRPr>
            </a:lvl7pPr>
            <a:lvl8pPr marL="10679430" indent="-1035050" algn="l" defTabSz="4137025" rtl="0" fontAlgn="base">
              <a:spcBef>
                <a:spcPct val="20000"/>
              </a:spcBef>
              <a:spcAft>
                <a:spcPct val="0"/>
              </a:spcAft>
              <a:buChar char="»"/>
              <a:defRPr sz="9000">
                <a:solidFill>
                  <a:schemeClr val="tx1"/>
                </a:solidFill>
                <a:latin typeface="+mn-lt"/>
              </a:defRPr>
            </a:lvl8pPr>
            <a:lvl9pPr marL="11136630" indent="-1035050" algn="l" defTabSz="4137025" rtl="0" fontAlgn="base">
              <a:spcBef>
                <a:spcPct val="20000"/>
              </a:spcBef>
              <a:spcAft>
                <a:spcPct val="0"/>
              </a:spcAft>
              <a:buChar char="»"/>
              <a:defRPr sz="9000">
                <a:solidFill>
                  <a:schemeClr val="tx1"/>
                </a:solidFill>
                <a:latin typeface="+mn-lt"/>
              </a:defRPr>
            </a:lvl9pPr>
          </a:lstStyle>
          <a:p>
            <a:r>
              <a:rPr lang="pt-BR" altLang="pt-BR" kern="0" dirty="0">
                <a:latin typeface="Arial" panose="020B0604020202020204" pitchFamily="34" charset="0"/>
                <a:cs typeface="Geneva" pitchFamily="34" charset="0"/>
              </a:rPr>
              <a:t>RESULTS</a:t>
            </a:r>
          </a:p>
        </p:txBody>
      </p:sp>
      <p:sp>
        <p:nvSpPr>
          <p:cNvPr id="8" name="Espaço Reservado para Conteúdo 6">
            <a:extLst>
              <a:ext uri="{FF2B5EF4-FFF2-40B4-BE49-F238E27FC236}">
                <a16:creationId xmlns:a16="http://schemas.microsoft.com/office/drawing/2014/main" id="{1BDD283E-D927-0441-45EB-E91E016914DA}"/>
              </a:ext>
            </a:extLst>
          </p:cNvPr>
          <p:cNvSpPr txBox="1">
            <a:spLocks/>
          </p:cNvSpPr>
          <p:nvPr/>
        </p:nvSpPr>
        <p:spPr bwMode="auto">
          <a:xfrm>
            <a:off x="16584938" y="11281587"/>
            <a:ext cx="14760000" cy="216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3656" tIns="206828" rIns="413656" bIns="206828" numCol="1" anchor="t" anchorCtr="0" compatLnSpc="1">
            <a:prstTxWarp prst="textNoShape">
              <a:avLst/>
            </a:prstTxWarp>
          </a:bodyPr>
          <a:lstStyle>
            <a:lvl1pPr marL="0" indent="0" algn="l" defTabSz="4137025" rtl="0" eaLnBrk="0" fontAlgn="base" hangingPunct="0">
              <a:spcBef>
                <a:spcPct val="20000"/>
              </a:spcBef>
              <a:spcAft>
                <a:spcPct val="0"/>
              </a:spcAft>
              <a:buNone/>
              <a:defRPr sz="3200" b="1">
                <a:solidFill>
                  <a:schemeClr val="tx1"/>
                </a:solidFill>
                <a:latin typeface="+mn-lt"/>
                <a:ea typeface="+mn-ea"/>
                <a:cs typeface="+mn-cs"/>
              </a:defRPr>
            </a:lvl1pPr>
            <a:lvl2pPr marL="0" indent="0" algn="just" defTabSz="4137025" rtl="0" eaLnBrk="0" fontAlgn="base" hangingPunct="0">
              <a:lnSpc>
                <a:spcPct val="120000"/>
              </a:lnSpc>
              <a:spcBef>
                <a:spcPts val="600"/>
              </a:spcBef>
              <a:spcAft>
                <a:spcPct val="0"/>
              </a:spcAft>
              <a:buNone/>
              <a:defRPr sz="3200">
                <a:solidFill>
                  <a:schemeClr val="tx1"/>
                </a:solidFill>
                <a:latin typeface="+mn-lt"/>
              </a:defRPr>
            </a:lvl2pPr>
            <a:lvl3pPr marL="1763713" indent="-65088" algn="just" defTabSz="4137025" rtl="0" eaLnBrk="0" fontAlgn="base" hangingPunct="0">
              <a:spcBef>
                <a:spcPct val="20000"/>
              </a:spcBef>
              <a:spcAft>
                <a:spcPct val="0"/>
              </a:spcAft>
              <a:buNone/>
              <a:defRPr sz="3200">
                <a:solidFill>
                  <a:schemeClr val="tx1"/>
                </a:solidFill>
                <a:latin typeface="+mn-lt"/>
              </a:defRPr>
            </a:lvl3pPr>
            <a:lvl4pPr marL="1763713" indent="-65088" algn="just" defTabSz="4137025" rtl="0" eaLnBrk="0" fontAlgn="base" hangingPunct="0">
              <a:spcBef>
                <a:spcPct val="20000"/>
              </a:spcBef>
              <a:spcAft>
                <a:spcPct val="0"/>
              </a:spcAft>
              <a:buNone/>
              <a:defRPr sz="3200">
                <a:solidFill>
                  <a:schemeClr val="tx1"/>
                </a:solidFill>
                <a:latin typeface="+mn-lt"/>
              </a:defRPr>
            </a:lvl4pPr>
            <a:lvl5pPr marL="1763713" indent="-65088" algn="just" defTabSz="4137025" rtl="0" eaLnBrk="0" fontAlgn="base" hangingPunct="0">
              <a:spcBef>
                <a:spcPct val="20000"/>
              </a:spcBef>
              <a:spcAft>
                <a:spcPct val="0"/>
              </a:spcAft>
              <a:buNone/>
              <a:defRPr sz="3200">
                <a:solidFill>
                  <a:schemeClr val="tx1"/>
                </a:solidFill>
                <a:latin typeface="+mn-lt"/>
              </a:defRPr>
            </a:lvl5pPr>
            <a:lvl6pPr marL="9765030" indent="-1035050" algn="l" defTabSz="4137025" rtl="0" fontAlgn="base">
              <a:spcBef>
                <a:spcPct val="20000"/>
              </a:spcBef>
              <a:spcAft>
                <a:spcPct val="0"/>
              </a:spcAft>
              <a:buChar char="»"/>
              <a:defRPr sz="9000">
                <a:solidFill>
                  <a:schemeClr val="tx1"/>
                </a:solidFill>
                <a:latin typeface="+mn-lt"/>
              </a:defRPr>
            </a:lvl6pPr>
            <a:lvl7pPr marL="10222230" indent="-1035050" algn="l" defTabSz="4137025" rtl="0" fontAlgn="base">
              <a:spcBef>
                <a:spcPct val="20000"/>
              </a:spcBef>
              <a:spcAft>
                <a:spcPct val="0"/>
              </a:spcAft>
              <a:buChar char="»"/>
              <a:defRPr sz="9000">
                <a:solidFill>
                  <a:schemeClr val="tx1"/>
                </a:solidFill>
                <a:latin typeface="+mn-lt"/>
              </a:defRPr>
            </a:lvl7pPr>
            <a:lvl8pPr marL="10679430" indent="-1035050" algn="l" defTabSz="4137025" rtl="0" fontAlgn="base">
              <a:spcBef>
                <a:spcPct val="20000"/>
              </a:spcBef>
              <a:spcAft>
                <a:spcPct val="0"/>
              </a:spcAft>
              <a:buChar char="»"/>
              <a:defRPr sz="9000">
                <a:solidFill>
                  <a:schemeClr val="tx1"/>
                </a:solidFill>
                <a:latin typeface="+mn-lt"/>
              </a:defRPr>
            </a:lvl8pPr>
            <a:lvl9pPr marL="11136630" indent="-1035050" algn="l" defTabSz="4137025" rtl="0" fontAlgn="base">
              <a:spcBef>
                <a:spcPct val="20000"/>
              </a:spcBef>
              <a:spcAft>
                <a:spcPct val="0"/>
              </a:spcAft>
              <a:buChar char="»"/>
              <a:defRPr sz="9000">
                <a:solidFill>
                  <a:schemeClr val="tx1"/>
                </a:solidFill>
                <a:latin typeface="+mn-lt"/>
              </a:defRPr>
            </a:lvl9pPr>
          </a:lstStyle>
          <a:p>
            <a:pPr algn="just"/>
            <a:r>
              <a:rPr lang="pt-BR" sz="2700" b="0" dirty="0"/>
              <a:t>The </a:t>
            </a:r>
            <a:r>
              <a:rPr lang="pt-BR" sz="2700" b="0" dirty="0" err="1"/>
              <a:t>artifacts</a:t>
            </a:r>
            <a:r>
              <a:rPr lang="pt-BR" sz="2700" b="0" dirty="0"/>
              <a:t> </a:t>
            </a:r>
            <a:r>
              <a:rPr lang="pt-BR" sz="2700" b="0" dirty="0" err="1"/>
              <a:t>produced</a:t>
            </a:r>
            <a:r>
              <a:rPr lang="pt-BR" sz="2700" b="0" dirty="0"/>
              <a:t> </a:t>
            </a:r>
            <a:r>
              <a:rPr lang="pt-BR" sz="2700" b="0" dirty="0" err="1"/>
              <a:t>during</a:t>
            </a:r>
            <a:r>
              <a:rPr lang="pt-BR" sz="2700" b="0" dirty="0"/>
              <a:t> </a:t>
            </a:r>
            <a:r>
              <a:rPr lang="pt-BR" sz="2700" b="0" dirty="0" err="1"/>
              <a:t>this</a:t>
            </a:r>
            <a:r>
              <a:rPr lang="pt-BR" sz="2700" b="0" dirty="0"/>
              <a:t> </a:t>
            </a:r>
            <a:r>
              <a:rPr lang="pt-BR" sz="2700" b="0" dirty="0" err="1"/>
              <a:t>research</a:t>
            </a:r>
            <a:r>
              <a:rPr lang="pt-BR" sz="2700" b="0" dirty="0"/>
              <a:t> are </a:t>
            </a:r>
            <a:r>
              <a:rPr lang="pt-BR" sz="2700" b="0" dirty="0" err="1"/>
              <a:t>available</a:t>
            </a:r>
            <a:r>
              <a:rPr lang="pt-BR" sz="2700" b="0" dirty="0"/>
              <a:t> in </a:t>
            </a:r>
            <a:r>
              <a:rPr lang="pt-BR" sz="2700" b="0" dirty="0" err="1"/>
              <a:t>the</a:t>
            </a:r>
            <a:r>
              <a:rPr lang="pt-BR" sz="2700" b="0" dirty="0"/>
              <a:t> GIT[6] </a:t>
            </a:r>
            <a:r>
              <a:rPr lang="pt-BR" sz="2700" b="0" dirty="0" err="1"/>
              <a:t>repository</a:t>
            </a:r>
            <a:r>
              <a:rPr lang="pt-BR" sz="2700" b="0" dirty="0"/>
              <a:t>. The </a:t>
            </a:r>
            <a:r>
              <a:rPr lang="pt-BR" sz="2700" b="0" dirty="0" err="1"/>
              <a:t>competency</a:t>
            </a:r>
            <a:r>
              <a:rPr lang="pt-BR" sz="2700" b="0" dirty="0"/>
              <a:t> </a:t>
            </a:r>
            <a:r>
              <a:rPr lang="pt-BR" sz="2700" b="0" dirty="0" err="1"/>
              <a:t>questions</a:t>
            </a:r>
            <a:r>
              <a:rPr lang="pt-BR" sz="2700" b="0" dirty="0"/>
              <a:t>, conceptual model, </a:t>
            </a:r>
            <a:r>
              <a:rPr lang="pt-BR" sz="2700" b="0" dirty="0" err="1"/>
              <a:t>and</a:t>
            </a:r>
            <a:r>
              <a:rPr lang="pt-BR" sz="2700" b="0" dirty="0"/>
              <a:t> </a:t>
            </a:r>
            <a:r>
              <a:rPr lang="pt-BR" sz="2700" b="0" dirty="0" err="1"/>
              <a:t>the</a:t>
            </a:r>
            <a:r>
              <a:rPr lang="pt-BR" sz="2700" b="0" dirty="0"/>
              <a:t> OWL file are </a:t>
            </a:r>
            <a:r>
              <a:rPr lang="pt-BR" sz="2700" b="0" dirty="0" err="1"/>
              <a:t>available</a:t>
            </a:r>
            <a:r>
              <a:rPr lang="pt-BR" sz="2700" b="0" dirty="0"/>
              <a:t> </a:t>
            </a:r>
            <a:r>
              <a:rPr lang="pt-BR" sz="2700" b="0" dirty="0" err="1"/>
              <a:t>there</a:t>
            </a:r>
            <a:r>
              <a:rPr lang="pt-BR" sz="2700" b="0" dirty="0"/>
              <a:t>. The </a:t>
            </a:r>
            <a:r>
              <a:rPr lang="pt-BR" sz="2700" b="0" dirty="0" err="1"/>
              <a:t>results</a:t>
            </a:r>
            <a:r>
              <a:rPr lang="pt-BR" sz="2700" b="0" dirty="0"/>
              <a:t> </a:t>
            </a:r>
            <a:r>
              <a:rPr lang="pt-BR" sz="2700" b="0" dirty="0" err="1"/>
              <a:t>were</a:t>
            </a:r>
            <a:r>
              <a:rPr lang="pt-BR" sz="2700" b="0" dirty="0"/>
              <a:t> </a:t>
            </a:r>
            <a:r>
              <a:rPr lang="pt-BR" sz="2700" b="0" dirty="0" err="1"/>
              <a:t>also</a:t>
            </a:r>
            <a:r>
              <a:rPr lang="pt-BR" sz="2700" b="0" dirty="0"/>
              <a:t> </a:t>
            </a:r>
            <a:r>
              <a:rPr lang="pt-BR" sz="2700" b="0" dirty="0" err="1"/>
              <a:t>validated</a:t>
            </a:r>
            <a:r>
              <a:rPr lang="pt-BR" sz="2700" b="0" dirty="0"/>
              <a:t> </a:t>
            </a:r>
            <a:r>
              <a:rPr lang="pt-BR" sz="2700" b="0" dirty="0" err="1"/>
              <a:t>by</a:t>
            </a:r>
            <a:r>
              <a:rPr lang="pt-BR" sz="2700" b="0" dirty="0"/>
              <a:t> </a:t>
            </a:r>
            <a:r>
              <a:rPr lang="pt-BR" sz="2700" b="0" dirty="0" err="1"/>
              <a:t>transforming</a:t>
            </a:r>
            <a:r>
              <a:rPr lang="pt-BR" sz="2700" b="0" dirty="0"/>
              <a:t> </a:t>
            </a:r>
            <a:r>
              <a:rPr lang="pt-BR" sz="2700" b="0" dirty="0" err="1"/>
              <a:t>the</a:t>
            </a:r>
            <a:r>
              <a:rPr lang="pt-BR" sz="2700" b="0" dirty="0"/>
              <a:t> </a:t>
            </a:r>
            <a:r>
              <a:rPr lang="pt-BR" sz="2700" b="0" dirty="0" err="1"/>
              <a:t>competency</a:t>
            </a:r>
            <a:r>
              <a:rPr lang="pt-BR" sz="2700" b="0" dirty="0"/>
              <a:t> </a:t>
            </a:r>
            <a:r>
              <a:rPr lang="pt-BR" sz="2700" b="0" dirty="0" err="1"/>
              <a:t>questions</a:t>
            </a:r>
            <a:r>
              <a:rPr lang="pt-BR" sz="2700" b="0" dirty="0"/>
              <a:t> </a:t>
            </a:r>
            <a:r>
              <a:rPr lang="pt-BR" sz="2700" b="0" dirty="0" err="1"/>
              <a:t>into</a:t>
            </a:r>
            <a:r>
              <a:rPr lang="pt-BR" sz="2700" b="0" dirty="0"/>
              <a:t> SPARQL queries. </a:t>
            </a:r>
            <a:r>
              <a:rPr lang="pt-BR" sz="2700" b="0" dirty="0" err="1"/>
              <a:t>Due</a:t>
            </a:r>
            <a:r>
              <a:rPr lang="pt-BR" sz="2700" b="0" dirty="0"/>
              <a:t> </a:t>
            </a:r>
            <a:r>
              <a:rPr lang="pt-BR" sz="2700" b="0" dirty="0" err="1"/>
              <a:t>to</a:t>
            </a:r>
            <a:r>
              <a:rPr lang="pt-BR" sz="2700" b="0" dirty="0"/>
              <a:t> </a:t>
            </a:r>
            <a:r>
              <a:rPr lang="pt-BR" sz="2700" b="0" dirty="0" err="1"/>
              <a:t>space</a:t>
            </a:r>
            <a:r>
              <a:rPr lang="pt-BR" sz="2700" b="0" dirty="0"/>
              <a:t> </a:t>
            </a:r>
            <a:r>
              <a:rPr lang="pt-BR" sz="2700" b="0" dirty="0" err="1"/>
              <a:t>constraints</a:t>
            </a:r>
            <a:r>
              <a:rPr lang="pt-BR" sz="2700" b="0" dirty="0"/>
              <a:t>, </a:t>
            </a:r>
            <a:r>
              <a:rPr lang="pt-BR" sz="2700" b="0" dirty="0" err="1"/>
              <a:t>they</a:t>
            </a:r>
            <a:r>
              <a:rPr lang="pt-BR" sz="2700" b="0" dirty="0"/>
              <a:t> </a:t>
            </a:r>
            <a:r>
              <a:rPr lang="pt-BR" sz="2700" b="0" dirty="0" err="1"/>
              <a:t>were</a:t>
            </a:r>
            <a:r>
              <a:rPr lang="pt-BR" sz="2700" b="0" dirty="0"/>
              <a:t> </a:t>
            </a:r>
            <a:r>
              <a:rPr lang="pt-BR" sz="2700" b="0" dirty="0" err="1"/>
              <a:t>not</a:t>
            </a:r>
            <a:r>
              <a:rPr lang="pt-BR" sz="2700" b="0" dirty="0"/>
              <a:t> </a:t>
            </a:r>
            <a:r>
              <a:rPr lang="pt-BR" sz="2700" b="0" dirty="0" err="1"/>
              <a:t>added</a:t>
            </a:r>
            <a:r>
              <a:rPr lang="pt-BR" sz="2700" b="0" dirty="0"/>
              <a:t> </a:t>
            </a:r>
            <a:r>
              <a:rPr lang="pt-BR" sz="2700" b="0" dirty="0" err="1"/>
              <a:t>to</a:t>
            </a:r>
            <a:r>
              <a:rPr lang="pt-BR" sz="2700" b="0" dirty="0"/>
              <a:t> </a:t>
            </a:r>
            <a:r>
              <a:rPr lang="pt-BR" sz="2700" b="0" dirty="0" err="1"/>
              <a:t>this</a:t>
            </a:r>
            <a:r>
              <a:rPr lang="pt-BR" sz="2700" b="0" dirty="0"/>
              <a:t> poster.</a:t>
            </a:r>
            <a:endParaRPr lang="pt-BR" sz="2700" b="0" kern="0" dirty="0"/>
          </a:p>
        </p:txBody>
      </p:sp>
    </p:spTree>
    <p:extLst>
      <p:ext uri="{BB962C8B-B14F-4D97-AF65-F5344CB8AC3E}">
        <p14:creationId xmlns:p14="http://schemas.microsoft.com/office/powerpoint/2010/main" val="621602601"/>
      </p:ext>
    </p:extLst>
  </p:cSld>
  <p:clrMapOvr>
    <a:masterClrMapping/>
  </p:clrMapOvr>
</p:sld>
</file>

<file path=ppt/theme/theme1.xml><?xml version="1.0" encoding="utf-8"?>
<a:theme xmlns:a="http://schemas.openxmlformats.org/drawingml/2006/main" name="Estrutura padrão">
  <a:themeElements>
    <a:clrScheme name="Estrutura padrã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strutura padrão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strutura padrã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strutura padrão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strutura padrão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strutura padrã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strutura padrã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strutura padrã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41AD19-FC97-BF4F-8E2C-65E5A7BFFEF7}">
  <we:reference id="wa200010725" version="1.0.0.1" store="en-US" storeType="OMEX"/>
  <we:alternateReferences>
    <we:reference id="WA200010725" version="1.0.0.1" store="" storeType="OMEX"/>
  </we:alternateReferences>
  <we:properties>
    <we:property name="claude.fileId" value="&quot;f34e8274-6c91-4cab-ab4a-9c464a8dddc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2745</TotalTime>
  <Words>2641</Words>
  <Application>Microsoft Macintosh PowerPoint</Application>
  <PresentationFormat>Personalizar</PresentationFormat>
  <Paragraphs>77</Paragraphs>
  <Slides>2</Slides>
  <Notes>2</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vt:i4>
      </vt:variant>
    </vt:vector>
  </HeadingPairs>
  <TitlesOfParts>
    <vt:vector size="6" baseType="lpstr">
      <vt:lpstr>Arial</vt:lpstr>
      <vt:lpstr>Geneva</vt:lpstr>
      <vt:lpstr>Times New Roman</vt:lpstr>
      <vt:lpstr>Estrutura padrão</vt:lpstr>
      <vt:lpstr>Ontologia de Domínio de Licitação Segundo a Lei 14.133 fundamentada na UFO</vt:lpstr>
      <vt:lpstr>Domain Ontology of Public Procurement under Law 14.133 Grounded in UFO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UniRV</dc:creator>
  <cp:lastModifiedBy>Alex Pinheiro das Graças</cp:lastModifiedBy>
  <cp:revision>257</cp:revision>
  <dcterms:created xsi:type="dcterms:W3CDTF">2007-11-19T21:30:54Z</dcterms:created>
  <dcterms:modified xsi:type="dcterms:W3CDTF">2026-09-21T17:59:45Z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1046-10.2.0.5965</vt:lpwstr>
  </property>
</Properties>
</file>